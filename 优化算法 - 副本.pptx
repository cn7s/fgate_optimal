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</p:sldMasterIdLst>
  <p:notesMasterIdLst>
    <p:notesMasterId r:id="rId12"/>
  </p:notesMasterIdLst>
  <p:handoutMasterIdLst>
    <p:handoutMasterId r:id="rId13"/>
  </p:handoutMasterIdLst>
  <p:sldIdLst>
    <p:sldId id="265" r:id="rId2"/>
    <p:sldId id="285" r:id="rId3"/>
    <p:sldId id="286" r:id="rId4"/>
    <p:sldId id="287" r:id="rId5"/>
    <p:sldId id="288" r:id="rId6"/>
    <p:sldId id="291" r:id="rId7"/>
    <p:sldId id="294" r:id="rId8"/>
    <p:sldId id="292" r:id="rId9"/>
    <p:sldId id="293" r:id="rId10"/>
    <p:sldId id="282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宇鑫 陈" initials="宇鑫" lastIdx="1" clrIdx="0">
    <p:extLst>
      <p:ext uri="{19B8F6BF-5375-455C-9EA6-DF929625EA0E}">
        <p15:presenceInfo xmlns:p15="http://schemas.microsoft.com/office/powerpoint/2012/main" userId="宇鑫 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B1D8"/>
    <a:srgbClr val="3F6E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4" autoAdjust="0"/>
    <p:restoredTop sz="94660"/>
  </p:normalViewPr>
  <p:slideViewPr>
    <p:cSldViewPr snapToGrid="0">
      <p:cViewPr varScale="1">
        <p:scale>
          <a:sx n="76" d="100"/>
          <a:sy n="76" d="100"/>
        </p:scale>
        <p:origin x="28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49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宇鑫 陈" userId="0c02506f-801f-4aa8-94fe-5f10b8b44a7e" providerId="ADAL" clId="{A5F5BFAD-9834-4B48-BA21-0E6B33EB09B3}"/>
    <pc:docChg chg="undo custSel addSld delSld modSld sldOrd">
      <pc:chgData name="宇鑫 陈" userId="0c02506f-801f-4aa8-94fe-5f10b8b44a7e" providerId="ADAL" clId="{A5F5BFAD-9834-4B48-BA21-0E6B33EB09B3}" dt="2025-09-23T02:24:02.790" v="2274" actId="20577"/>
      <pc:docMkLst>
        <pc:docMk/>
      </pc:docMkLst>
      <pc:sldChg chg="modSp mod">
        <pc:chgData name="宇鑫 陈" userId="0c02506f-801f-4aa8-94fe-5f10b8b44a7e" providerId="ADAL" clId="{A5F5BFAD-9834-4B48-BA21-0E6B33EB09B3}" dt="2025-09-16T14:22:08.418" v="887" actId="14100"/>
        <pc:sldMkLst>
          <pc:docMk/>
          <pc:sldMk cId="1753666233" sldId="265"/>
        </pc:sldMkLst>
        <pc:spChg chg="mod">
          <ac:chgData name="宇鑫 陈" userId="0c02506f-801f-4aa8-94fe-5f10b8b44a7e" providerId="ADAL" clId="{A5F5BFAD-9834-4B48-BA21-0E6B33EB09B3}" dt="2025-09-16T14:22:08.418" v="887" actId="14100"/>
          <ac:spMkLst>
            <pc:docMk/>
            <pc:sldMk cId="1753666233" sldId="265"/>
            <ac:spMk id="5" creationId="{00000000-0000-0000-0000-000000000000}"/>
          </ac:spMkLst>
        </pc:spChg>
      </pc:sldChg>
      <pc:sldChg chg="modSp mod">
        <pc:chgData name="宇鑫 陈" userId="0c02506f-801f-4aa8-94fe-5f10b8b44a7e" providerId="ADAL" clId="{A5F5BFAD-9834-4B48-BA21-0E6B33EB09B3}" dt="2025-09-16T14:19:49.160" v="882" actId="20577"/>
        <pc:sldMkLst>
          <pc:docMk/>
          <pc:sldMk cId="2560395286" sldId="285"/>
        </pc:sldMkLst>
        <pc:spChg chg="mod">
          <ac:chgData name="宇鑫 陈" userId="0c02506f-801f-4aa8-94fe-5f10b8b44a7e" providerId="ADAL" clId="{A5F5BFAD-9834-4B48-BA21-0E6B33EB09B3}" dt="2025-09-16T14:19:49.160" v="882" actId="20577"/>
          <ac:spMkLst>
            <pc:docMk/>
            <pc:sldMk cId="2560395286" sldId="285"/>
            <ac:spMk id="5" creationId="{81D3C78B-E26A-9F9D-B595-452FB73B1D56}"/>
          </ac:spMkLst>
        </pc:spChg>
      </pc:sldChg>
      <pc:sldChg chg="del">
        <pc:chgData name="宇鑫 陈" userId="0c02506f-801f-4aa8-94fe-5f10b8b44a7e" providerId="ADAL" clId="{A5F5BFAD-9834-4B48-BA21-0E6B33EB09B3}" dt="2025-09-16T02:09:11.443" v="0" actId="47"/>
        <pc:sldMkLst>
          <pc:docMk/>
          <pc:sldMk cId="2163129631" sldId="286"/>
        </pc:sldMkLst>
      </pc:sldChg>
      <pc:sldChg chg="addSp delSp modSp add mod">
        <pc:chgData name="宇鑫 陈" userId="0c02506f-801f-4aa8-94fe-5f10b8b44a7e" providerId="ADAL" clId="{A5F5BFAD-9834-4B48-BA21-0E6B33EB09B3}" dt="2025-09-16T14:03:26.363" v="135" actId="1076"/>
        <pc:sldMkLst>
          <pc:docMk/>
          <pc:sldMk cId="3267115937" sldId="286"/>
        </pc:sldMkLst>
        <pc:spChg chg="mod">
          <ac:chgData name="宇鑫 陈" userId="0c02506f-801f-4aa8-94fe-5f10b8b44a7e" providerId="ADAL" clId="{A5F5BFAD-9834-4B48-BA21-0E6B33EB09B3}" dt="2025-09-16T02:09:38.960" v="36" actId="20577"/>
          <ac:spMkLst>
            <pc:docMk/>
            <pc:sldMk cId="3267115937" sldId="286"/>
            <ac:spMk id="3" creationId="{27B97FD0-8EA6-3512-5DDF-825532349B74}"/>
          </ac:spMkLst>
        </pc:spChg>
        <pc:spChg chg="mod">
          <ac:chgData name="宇鑫 陈" userId="0c02506f-801f-4aa8-94fe-5f10b8b44a7e" providerId="ADAL" clId="{A5F5BFAD-9834-4B48-BA21-0E6B33EB09B3}" dt="2025-09-16T02:10:21.182" v="38" actId="14"/>
          <ac:spMkLst>
            <pc:docMk/>
            <pc:sldMk cId="3267115937" sldId="286"/>
            <ac:spMk id="5" creationId="{81D3C78B-E26A-9F9D-B595-452FB73B1D56}"/>
          </ac:spMkLst>
        </pc:spChg>
        <pc:graphicFrameChg chg="add del mod">
          <ac:chgData name="宇鑫 陈" userId="0c02506f-801f-4aa8-94fe-5f10b8b44a7e" providerId="ADAL" clId="{A5F5BFAD-9834-4B48-BA21-0E6B33EB09B3}" dt="2025-09-16T13:58:16.091" v="41"/>
          <ac:graphicFrameMkLst>
            <pc:docMk/>
            <pc:sldMk cId="3267115937" sldId="286"/>
            <ac:graphicFrameMk id="2" creationId="{44600ABD-7A0F-45A7-AA11-723FEDCC445B}"/>
          </ac:graphicFrameMkLst>
        </pc:graphicFrameChg>
        <pc:graphicFrameChg chg="add del mod">
          <ac:chgData name="宇鑫 陈" userId="0c02506f-801f-4aa8-94fe-5f10b8b44a7e" providerId="ADAL" clId="{A5F5BFAD-9834-4B48-BA21-0E6B33EB09B3}" dt="2025-09-16T13:59:23.810" v="53"/>
          <ac:graphicFrameMkLst>
            <pc:docMk/>
            <pc:sldMk cId="3267115937" sldId="286"/>
            <ac:graphicFrameMk id="6" creationId="{B0EE9916-EDD6-4739-8CA4-0B28DBB0B7D2}"/>
          </ac:graphicFrameMkLst>
        </pc:graphicFrameChg>
        <pc:graphicFrameChg chg="add del mod">
          <ac:chgData name="宇鑫 陈" userId="0c02506f-801f-4aa8-94fe-5f10b8b44a7e" providerId="ADAL" clId="{A5F5BFAD-9834-4B48-BA21-0E6B33EB09B3}" dt="2025-09-16T14:02:58.825" v="122"/>
          <ac:graphicFrameMkLst>
            <pc:docMk/>
            <pc:sldMk cId="3267115937" sldId="286"/>
            <ac:graphicFrameMk id="8" creationId="{917AE4C6-4F57-4D7F-8B77-5E28A11A175D}"/>
          </ac:graphicFrameMkLst>
        </pc:graphicFrameChg>
        <pc:graphicFrameChg chg="add del mod">
          <ac:chgData name="宇鑫 陈" userId="0c02506f-801f-4aa8-94fe-5f10b8b44a7e" providerId="ADAL" clId="{A5F5BFAD-9834-4B48-BA21-0E6B33EB09B3}" dt="2025-09-16T14:03:21.092" v="131"/>
          <ac:graphicFrameMkLst>
            <pc:docMk/>
            <pc:sldMk cId="3267115937" sldId="286"/>
            <ac:graphicFrameMk id="10" creationId="{769B16AB-3F42-4301-981B-5FAB29697D03}"/>
          </ac:graphicFrameMkLst>
        </pc:graphicFrameChg>
        <pc:picChg chg="add del mod">
          <ac:chgData name="宇鑫 陈" userId="0c02506f-801f-4aa8-94fe-5f10b8b44a7e" providerId="ADAL" clId="{A5F5BFAD-9834-4B48-BA21-0E6B33EB09B3}" dt="2025-09-16T13:58:39.398" v="50" actId="478"/>
          <ac:picMkLst>
            <pc:docMk/>
            <pc:sldMk cId="3267115937" sldId="286"/>
            <ac:picMk id="4" creationId="{EEF672AF-EE0F-4170-B071-64D1258C43AE}"/>
          </ac:picMkLst>
        </pc:picChg>
        <pc:picChg chg="add del mod">
          <ac:chgData name="宇鑫 陈" userId="0c02506f-801f-4aa8-94fe-5f10b8b44a7e" providerId="ADAL" clId="{A5F5BFAD-9834-4B48-BA21-0E6B33EB09B3}" dt="2025-09-16T14:03:00.402" v="124" actId="478"/>
          <ac:picMkLst>
            <pc:docMk/>
            <pc:sldMk cId="3267115937" sldId="286"/>
            <ac:picMk id="7" creationId="{5A1C7570-9FAC-4343-97FD-A9FBF4172C40}"/>
          </ac:picMkLst>
        </pc:picChg>
        <pc:picChg chg="add del mod">
          <ac:chgData name="宇鑫 陈" userId="0c02506f-801f-4aa8-94fe-5f10b8b44a7e" providerId="ADAL" clId="{A5F5BFAD-9834-4B48-BA21-0E6B33EB09B3}" dt="2025-09-16T14:03:05.942" v="128" actId="478"/>
          <ac:picMkLst>
            <pc:docMk/>
            <pc:sldMk cId="3267115937" sldId="286"/>
            <ac:picMk id="9" creationId="{D37AA515-FC22-40FA-B4F5-680A249645A3}"/>
          </ac:picMkLst>
        </pc:picChg>
        <pc:picChg chg="add mod">
          <ac:chgData name="宇鑫 陈" userId="0c02506f-801f-4aa8-94fe-5f10b8b44a7e" providerId="ADAL" clId="{A5F5BFAD-9834-4B48-BA21-0E6B33EB09B3}" dt="2025-09-16T14:03:26.363" v="135" actId="1076"/>
          <ac:picMkLst>
            <pc:docMk/>
            <pc:sldMk cId="3267115937" sldId="286"/>
            <ac:picMk id="11" creationId="{96860E58-8725-4549-B26D-17A30191BA06}"/>
          </ac:picMkLst>
        </pc:picChg>
      </pc:sldChg>
      <pc:sldChg chg="addSp delSp modSp add mod">
        <pc:chgData name="宇鑫 陈" userId="0c02506f-801f-4aa8-94fe-5f10b8b44a7e" providerId="ADAL" clId="{A5F5BFAD-9834-4B48-BA21-0E6B33EB09B3}" dt="2025-09-16T14:04:26.753" v="137" actId="1076"/>
        <pc:sldMkLst>
          <pc:docMk/>
          <pc:sldMk cId="717821988" sldId="287"/>
        </pc:sldMkLst>
        <pc:spChg chg="mod">
          <ac:chgData name="宇鑫 陈" userId="0c02506f-801f-4aa8-94fe-5f10b8b44a7e" providerId="ADAL" clId="{A5F5BFAD-9834-4B48-BA21-0E6B33EB09B3}" dt="2025-09-16T13:59:52.477" v="106" actId="20577"/>
          <ac:spMkLst>
            <pc:docMk/>
            <pc:sldMk cId="717821988" sldId="287"/>
            <ac:spMk id="3" creationId="{27B97FD0-8EA6-3512-5DDF-825532349B74}"/>
          </ac:spMkLst>
        </pc:spChg>
        <pc:graphicFrameChg chg="add del mod">
          <ac:chgData name="宇鑫 陈" userId="0c02506f-801f-4aa8-94fe-5f10b8b44a7e" providerId="ADAL" clId="{A5F5BFAD-9834-4B48-BA21-0E6B33EB09B3}" dt="2025-09-16T14:00:56.385" v="109"/>
          <ac:graphicFrameMkLst>
            <pc:docMk/>
            <pc:sldMk cId="717821988" sldId="287"/>
            <ac:graphicFrameMk id="2" creationId="{2E2D6C94-59B4-48C0-A23E-E1C49C999B95}"/>
          </ac:graphicFrameMkLst>
        </pc:graphicFrameChg>
        <pc:picChg chg="add mod">
          <ac:chgData name="宇鑫 陈" userId="0c02506f-801f-4aa8-94fe-5f10b8b44a7e" providerId="ADAL" clId="{A5F5BFAD-9834-4B48-BA21-0E6B33EB09B3}" dt="2025-09-16T14:04:26.753" v="137" actId="1076"/>
          <ac:picMkLst>
            <pc:docMk/>
            <pc:sldMk cId="717821988" sldId="287"/>
            <ac:picMk id="4" creationId="{C133A146-A54B-4B48-ABBF-9AC1BE13D3BB}"/>
          </ac:picMkLst>
        </pc:picChg>
        <pc:picChg chg="del">
          <ac:chgData name="宇鑫 陈" userId="0c02506f-801f-4aa8-94fe-5f10b8b44a7e" providerId="ADAL" clId="{A5F5BFAD-9834-4B48-BA21-0E6B33EB09B3}" dt="2025-09-16T13:59:39.112" v="60" actId="478"/>
          <ac:picMkLst>
            <pc:docMk/>
            <pc:sldMk cId="717821988" sldId="287"/>
            <ac:picMk id="7" creationId="{5A1C7570-9FAC-4343-97FD-A9FBF4172C40}"/>
          </ac:picMkLst>
        </pc:picChg>
      </pc:sldChg>
      <pc:sldChg chg="del">
        <pc:chgData name="宇鑫 陈" userId="0c02506f-801f-4aa8-94fe-5f10b8b44a7e" providerId="ADAL" clId="{A5F5BFAD-9834-4B48-BA21-0E6B33EB09B3}" dt="2025-09-16T02:09:11.836" v="1" actId="47"/>
        <pc:sldMkLst>
          <pc:docMk/>
          <pc:sldMk cId="3616859260" sldId="287"/>
        </pc:sldMkLst>
      </pc:sldChg>
      <pc:sldChg chg="del">
        <pc:chgData name="宇鑫 陈" userId="0c02506f-801f-4aa8-94fe-5f10b8b44a7e" providerId="ADAL" clId="{A5F5BFAD-9834-4B48-BA21-0E6B33EB09B3}" dt="2025-09-16T02:09:12.264" v="2" actId="47"/>
        <pc:sldMkLst>
          <pc:docMk/>
          <pc:sldMk cId="1419499105" sldId="288"/>
        </pc:sldMkLst>
      </pc:sldChg>
      <pc:sldChg chg="addSp delSp modSp add mod">
        <pc:chgData name="宇鑫 陈" userId="0c02506f-801f-4aa8-94fe-5f10b8b44a7e" providerId="ADAL" clId="{A5F5BFAD-9834-4B48-BA21-0E6B33EB09B3}" dt="2025-09-16T14:18:44.769" v="879" actId="1076"/>
        <pc:sldMkLst>
          <pc:docMk/>
          <pc:sldMk cId="4145386474" sldId="288"/>
        </pc:sldMkLst>
        <pc:spChg chg="add mod">
          <ac:chgData name="宇鑫 陈" userId="0c02506f-801f-4aa8-94fe-5f10b8b44a7e" providerId="ADAL" clId="{A5F5BFAD-9834-4B48-BA21-0E6B33EB09B3}" dt="2025-09-16T14:18:15.412" v="873" actId="1076"/>
          <ac:spMkLst>
            <pc:docMk/>
            <pc:sldMk cId="4145386474" sldId="288"/>
            <ac:spMk id="6" creationId="{F510626E-B07C-444B-81C5-22F6B152EFC7}"/>
          </ac:spMkLst>
        </pc:spChg>
        <pc:spChg chg="add del mod">
          <ac:chgData name="宇鑫 陈" userId="0c02506f-801f-4aa8-94fe-5f10b8b44a7e" providerId="ADAL" clId="{A5F5BFAD-9834-4B48-BA21-0E6B33EB09B3}" dt="2025-09-16T14:18:01.524" v="868"/>
          <ac:spMkLst>
            <pc:docMk/>
            <pc:sldMk cId="4145386474" sldId="288"/>
            <ac:spMk id="8" creationId="{075D94CD-63BC-4DEF-AEC9-7AAAF9F8236B}"/>
          </ac:spMkLst>
        </pc:spChg>
        <pc:picChg chg="add mod">
          <ac:chgData name="宇鑫 陈" userId="0c02506f-801f-4aa8-94fe-5f10b8b44a7e" providerId="ADAL" clId="{A5F5BFAD-9834-4B48-BA21-0E6B33EB09B3}" dt="2025-09-16T14:18:22.424" v="874" actId="1076"/>
          <ac:picMkLst>
            <pc:docMk/>
            <pc:sldMk cId="4145386474" sldId="288"/>
            <ac:picMk id="2" creationId="{3AA8CC06-F418-46C2-BF3A-FC107A329340}"/>
          </ac:picMkLst>
        </pc:picChg>
        <pc:picChg chg="del">
          <ac:chgData name="宇鑫 陈" userId="0c02506f-801f-4aa8-94fe-5f10b8b44a7e" providerId="ADAL" clId="{A5F5BFAD-9834-4B48-BA21-0E6B33EB09B3}" dt="2025-09-16T14:05:27.825" v="139" actId="478"/>
          <ac:picMkLst>
            <pc:docMk/>
            <pc:sldMk cId="4145386474" sldId="288"/>
            <ac:picMk id="4" creationId="{C133A146-A54B-4B48-ABBF-9AC1BE13D3BB}"/>
          </ac:picMkLst>
        </pc:picChg>
        <pc:cxnChg chg="add mod">
          <ac:chgData name="宇鑫 陈" userId="0c02506f-801f-4aa8-94fe-5f10b8b44a7e" providerId="ADAL" clId="{A5F5BFAD-9834-4B48-BA21-0E6B33EB09B3}" dt="2025-09-16T14:18:44.769" v="879" actId="1076"/>
          <ac:cxnSpMkLst>
            <pc:docMk/>
            <pc:sldMk cId="4145386474" sldId="288"/>
            <ac:cxnSpMk id="10" creationId="{340B852B-A4D3-4027-9A9F-0406CEF70F95}"/>
          </ac:cxnSpMkLst>
        </pc:cxnChg>
      </pc:sldChg>
      <pc:sldChg chg="del">
        <pc:chgData name="宇鑫 陈" userId="0c02506f-801f-4aa8-94fe-5f10b8b44a7e" providerId="ADAL" clId="{A5F5BFAD-9834-4B48-BA21-0E6B33EB09B3}" dt="2025-09-16T02:09:12.648" v="3" actId="47"/>
        <pc:sldMkLst>
          <pc:docMk/>
          <pc:sldMk cId="3661172768" sldId="289"/>
        </pc:sldMkLst>
      </pc:sldChg>
      <pc:sldChg chg="del">
        <pc:chgData name="宇鑫 陈" userId="0c02506f-801f-4aa8-94fe-5f10b8b44a7e" providerId="ADAL" clId="{A5F5BFAD-9834-4B48-BA21-0E6B33EB09B3}" dt="2025-09-16T02:09:13.102" v="4" actId="47"/>
        <pc:sldMkLst>
          <pc:docMk/>
          <pc:sldMk cId="4264198672" sldId="290"/>
        </pc:sldMkLst>
      </pc:sldChg>
      <pc:sldChg chg="modSp add del mod">
        <pc:chgData name="宇鑫 陈" userId="0c02506f-801f-4aa8-94fe-5f10b8b44a7e" providerId="ADAL" clId="{A5F5BFAD-9834-4B48-BA21-0E6B33EB09B3}" dt="2025-09-23T02:05:52.393" v="1778" actId="207"/>
        <pc:sldMkLst>
          <pc:docMk/>
          <pc:sldMk cId="3211214428" sldId="291"/>
        </pc:sldMkLst>
        <pc:spChg chg="mod">
          <ac:chgData name="宇鑫 陈" userId="0c02506f-801f-4aa8-94fe-5f10b8b44a7e" providerId="ADAL" clId="{A5F5BFAD-9834-4B48-BA21-0E6B33EB09B3}" dt="2025-09-23T02:05:52.393" v="1778" actId="207"/>
          <ac:spMkLst>
            <pc:docMk/>
            <pc:sldMk cId="3211214428" sldId="291"/>
            <ac:spMk id="5" creationId="{C4FC6C4F-D064-8337-D335-DD0EA9217B54}"/>
          </ac:spMkLst>
        </pc:spChg>
      </pc:sldChg>
      <pc:sldChg chg="modSp add mod">
        <pc:chgData name="宇鑫 陈" userId="0c02506f-801f-4aa8-94fe-5f10b8b44a7e" providerId="ADAL" clId="{A5F5BFAD-9834-4B48-BA21-0E6B33EB09B3}" dt="2025-09-17T02:27:27.872" v="1722" actId="113"/>
        <pc:sldMkLst>
          <pc:docMk/>
          <pc:sldMk cId="2772471467" sldId="292"/>
        </pc:sldMkLst>
        <pc:spChg chg="mod">
          <ac:chgData name="宇鑫 陈" userId="0c02506f-801f-4aa8-94fe-5f10b8b44a7e" providerId="ADAL" clId="{A5F5BFAD-9834-4B48-BA21-0E6B33EB09B3}" dt="2025-09-17T02:27:27.872" v="1722" actId="113"/>
          <ac:spMkLst>
            <pc:docMk/>
            <pc:sldMk cId="2772471467" sldId="292"/>
            <ac:spMk id="5" creationId="{C4FC6C4F-D064-8337-D335-DD0EA9217B54}"/>
          </ac:spMkLst>
        </pc:spChg>
      </pc:sldChg>
      <pc:sldChg chg="addSp delSp modSp add mod ord addCm delCm">
        <pc:chgData name="宇鑫 陈" userId="0c02506f-801f-4aa8-94fe-5f10b8b44a7e" providerId="ADAL" clId="{A5F5BFAD-9834-4B48-BA21-0E6B33EB09B3}" dt="2025-09-17T02:36:58.928" v="1777" actId="1592"/>
        <pc:sldMkLst>
          <pc:docMk/>
          <pc:sldMk cId="2050879526" sldId="293"/>
        </pc:sldMkLst>
        <pc:spChg chg="mod">
          <ac:chgData name="宇鑫 陈" userId="0c02506f-801f-4aa8-94fe-5f10b8b44a7e" providerId="ADAL" clId="{A5F5BFAD-9834-4B48-BA21-0E6B33EB09B3}" dt="2025-09-17T02:36:48.853" v="1775" actId="20577"/>
          <ac:spMkLst>
            <pc:docMk/>
            <pc:sldMk cId="2050879526" sldId="293"/>
            <ac:spMk id="5" creationId="{C4FC6C4F-D064-8337-D335-DD0EA9217B54}"/>
          </ac:spMkLst>
        </pc:spChg>
        <pc:graphicFrameChg chg="add mod">
          <ac:chgData name="宇鑫 陈" userId="0c02506f-801f-4aa8-94fe-5f10b8b44a7e" providerId="ADAL" clId="{A5F5BFAD-9834-4B48-BA21-0E6B33EB09B3}" dt="2025-09-17T02:21:14.067" v="1419" actId="1076"/>
          <ac:graphicFrameMkLst>
            <pc:docMk/>
            <pc:sldMk cId="2050879526" sldId="293"/>
            <ac:graphicFrameMk id="2" creationId="{7D624BFE-2AEE-4EA1-8AE1-0B680766A277}"/>
          </ac:graphicFrameMkLst>
        </pc:graphicFrameChg>
        <pc:graphicFrameChg chg="add del mod">
          <ac:chgData name="宇鑫 陈" userId="0c02506f-801f-4aa8-94fe-5f10b8b44a7e" providerId="ADAL" clId="{A5F5BFAD-9834-4B48-BA21-0E6B33EB09B3}" dt="2025-09-17T02:22:00.492" v="1511"/>
          <ac:graphicFrameMkLst>
            <pc:docMk/>
            <pc:sldMk cId="2050879526" sldId="293"/>
            <ac:graphicFrameMk id="4" creationId="{699ED9E3-C623-454F-9564-39D7755916F1}"/>
          </ac:graphicFrameMkLst>
        </pc:graphicFrameChg>
        <pc:picChg chg="add mod">
          <ac:chgData name="宇鑫 陈" userId="0c02506f-801f-4aa8-94fe-5f10b8b44a7e" providerId="ADAL" clId="{A5F5BFAD-9834-4B48-BA21-0E6B33EB09B3}" dt="2025-09-17T02:22:05.627" v="1515" actId="1076"/>
          <ac:picMkLst>
            <pc:docMk/>
            <pc:sldMk cId="2050879526" sldId="293"/>
            <ac:picMk id="6" creationId="{D0F2549C-5AFA-4657-8017-8F7C2E7EE0D9}"/>
          </ac:picMkLst>
        </pc:picChg>
      </pc:sldChg>
      <pc:sldChg chg="addSp delSp modSp add mod">
        <pc:chgData name="宇鑫 陈" userId="0c02506f-801f-4aa8-94fe-5f10b8b44a7e" providerId="ADAL" clId="{A5F5BFAD-9834-4B48-BA21-0E6B33EB09B3}" dt="2025-09-23T02:24:02.790" v="2274" actId="20577"/>
        <pc:sldMkLst>
          <pc:docMk/>
          <pc:sldMk cId="2236338283" sldId="294"/>
        </pc:sldMkLst>
        <pc:spChg chg="add mod">
          <ac:chgData name="宇鑫 陈" userId="0c02506f-801f-4aa8-94fe-5f10b8b44a7e" providerId="ADAL" clId="{A5F5BFAD-9834-4B48-BA21-0E6B33EB09B3}" dt="2025-09-23T02:24:02.790" v="2274" actId="20577"/>
          <ac:spMkLst>
            <pc:docMk/>
            <pc:sldMk cId="2236338283" sldId="294"/>
            <ac:spMk id="4" creationId="{33A3D472-02EC-470D-897E-D40589E95BF2}"/>
          </ac:spMkLst>
        </pc:spChg>
        <pc:spChg chg="del">
          <ac:chgData name="宇鑫 陈" userId="0c02506f-801f-4aa8-94fe-5f10b8b44a7e" providerId="ADAL" clId="{A5F5BFAD-9834-4B48-BA21-0E6B33EB09B3}" dt="2025-09-23T02:06:10.739" v="1780" actId="478"/>
          <ac:spMkLst>
            <pc:docMk/>
            <pc:sldMk cId="2236338283" sldId="294"/>
            <ac:spMk id="5" creationId="{C4FC6C4F-D064-8337-D335-DD0EA9217B54}"/>
          </ac:spMkLst>
        </pc:spChg>
        <pc:spChg chg="add del">
          <ac:chgData name="宇鑫 陈" userId="0c02506f-801f-4aa8-94fe-5f10b8b44a7e" providerId="ADAL" clId="{A5F5BFAD-9834-4B48-BA21-0E6B33EB09B3}" dt="2025-09-23T02:22:34.411" v="2203"/>
          <ac:spMkLst>
            <pc:docMk/>
            <pc:sldMk cId="2236338283" sldId="294"/>
            <ac:spMk id="9" creationId="{E94422FF-87D5-44B2-AEB6-961C73A8D5DC}"/>
          </ac:spMkLst>
        </pc:spChg>
        <pc:spChg chg="add mod">
          <ac:chgData name="宇鑫 陈" userId="0c02506f-801f-4aa8-94fe-5f10b8b44a7e" providerId="ADAL" clId="{A5F5BFAD-9834-4B48-BA21-0E6B33EB09B3}" dt="2025-09-23T02:22:44.679" v="2207" actId="20577"/>
          <ac:spMkLst>
            <pc:docMk/>
            <pc:sldMk cId="2236338283" sldId="294"/>
            <ac:spMk id="10" creationId="{40375A55-FB31-4CA8-B4B4-FC68A7DBB4F9}"/>
          </ac:spMkLst>
        </pc:spChg>
        <pc:graphicFrameChg chg="add del mod">
          <ac:chgData name="宇鑫 陈" userId="0c02506f-801f-4aa8-94fe-5f10b8b44a7e" providerId="ADAL" clId="{A5F5BFAD-9834-4B48-BA21-0E6B33EB09B3}" dt="2025-09-23T02:15:18.832" v="1783"/>
          <ac:graphicFrameMkLst>
            <pc:docMk/>
            <pc:sldMk cId="2236338283" sldId="294"/>
            <ac:graphicFrameMk id="6" creationId="{E7011BCE-81A5-46F8-9E6E-52488F41AAD8}"/>
          </ac:graphicFrameMkLst>
        </pc:graphicFrameChg>
        <pc:picChg chg="add mod">
          <ac:chgData name="宇鑫 陈" userId="0c02506f-801f-4aa8-94fe-5f10b8b44a7e" providerId="ADAL" clId="{A5F5BFAD-9834-4B48-BA21-0E6B33EB09B3}" dt="2025-09-23T02:22:57.081" v="2208" actId="1076"/>
          <ac:picMkLst>
            <pc:docMk/>
            <pc:sldMk cId="2236338283" sldId="294"/>
            <ac:picMk id="7" creationId="{F56A401D-9541-4738-A0B0-6DB52D3AEC1F}"/>
          </ac:picMkLst>
        </pc:picChg>
      </pc:sldChg>
    </pc:docChg>
  </pc:docChgLst>
  <pc:docChgLst>
    <pc:chgData name="宇鑫 陈" userId="0c02506f-801f-4aa8-94fe-5f10b8b44a7e" providerId="ADAL" clId="{219A5CA8-69D5-4869-A96E-31A345C750E6}"/>
    <pc:docChg chg="undo custSel mod addSld delSld modSld sldOrd">
      <pc:chgData name="宇鑫 陈" userId="0c02506f-801f-4aa8-94fe-5f10b8b44a7e" providerId="ADAL" clId="{219A5CA8-69D5-4869-A96E-31A345C750E6}" dt="2025-09-12T13:11:47.361" v="6609" actId="207"/>
      <pc:docMkLst>
        <pc:docMk/>
      </pc:docMkLst>
      <pc:sldChg chg="del">
        <pc:chgData name="宇鑫 陈" userId="0c02506f-801f-4aa8-94fe-5f10b8b44a7e" providerId="ADAL" clId="{219A5CA8-69D5-4869-A96E-31A345C750E6}" dt="2025-09-09T10:40:49.426" v="4183" actId="47"/>
        <pc:sldMkLst>
          <pc:docMk/>
          <pc:sldMk cId="1691820105" sldId="256"/>
        </pc:sldMkLst>
      </pc:sldChg>
      <pc:sldChg chg="del">
        <pc:chgData name="宇鑫 陈" userId="0c02506f-801f-4aa8-94fe-5f10b8b44a7e" providerId="ADAL" clId="{219A5CA8-69D5-4869-A96E-31A345C750E6}" dt="2025-09-09T10:40:48.713" v="4182" actId="47"/>
        <pc:sldMkLst>
          <pc:docMk/>
          <pc:sldMk cId="2049770824" sldId="259"/>
        </pc:sldMkLst>
      </pc:sldChg>
      <pc:sldChg chg="del">
        <pc:chgData name="宇鑫 陈" userId="0c02506f-801f-4aa8-94fe-5f10b8b44a7e" providerId="ADAL" clId="{219A5CA8-69D5-4869-A96E-31A345C750E6}" dt="2025-09-09T10:40:50.010" v="4184" actId="47"/>
        <pc:sldMkLst>
          <pc:docMk/>
          <pc:sldMk cId="3155251148" sldId="260"/>
        </pc:sldMkLst>
      </pc:sldChg>
      <pc:sldChg chg="del">
        <pc:chgData name="宇鑫 陈" userId="0c02506f-801f-4aa8-94fe-5f10b8b44a7e" providerId="ADAL" clId="{219A5CA8-69D5-4869-A96E-31A345C750E6}" dt="2025-09-09T10:40:50.582" v="4185" actId="47"/>
        <pc:sldMkLst>
          <pc:docMk/>
          <pc:sldMk cId="1846209069" sldId="261"/>
        </pc:sldMkLst>
      </pc:sldChg>
      <pc:sldChg chg="del">
        <pc:chgData name="宇鑫 陈" userId="0c02506f-801f-4aa8-94fe-5f10b8b44a7e" providerId="ADAL" clId="{219A5CA8-69D5-4869-A96E-31A345C750E6}" dt="2025-09-09T10:40:51.162" v="4186" actId="47"/>
        <pc:sldMkLst>
          <pc:docMk/>
          <pc:sldMk cId="233054111" sldId="262"/>
        </pc:sldMkLst>
      </pc:sldChg>
      <pc:sldChg chg="del">
        <pc:chgData name="宇鑫 陈" userId="0c02506f-801f-4aa8-94fe-5f10b8b44a7e" providerId="ADAL" clId="{219A5CA8-69D5-4869-A96E-31A345C750E6}" dt="2025-09-09T10:40:51.748" v="4187" actId="47"/>
        <pc:sldMkLst>
          <pc:docMk/>
          <pc:sldMk cId="4256661517" sldId="263"/>
        </pc:sldMkLst>
      </pc:sldChg>
      <pc:sldChg chg="del">
        <pc:chgData name="宇鑫 陈" userId="0c02506f-801f-4aa8-94fe-5f10b8b44a7e" providerId="ADAL" clId="{219A5CA8-69D5-4869-A96E-31A345C750E6}" dt="2025-09-09T10:40:52.559" v="4188" actId="47"/>
        <pc:sldMkLst>
          <pc:docMk/>
          <pc:sldMk cId="3595279237" sldId="264"/>
        </pc:sldMkLst>
      </pc:sldChg>
      <pc:sldChg chg="modSp mod">
        <pc:chgData name="宇鑫 陈" userId="0c02506f-801f-4aa8-94fe-5f10b8b44a7e" providerId="ADAL" clId="{219A5CA8-69D5-4869-A96E-31A345C750E6}" dt="2025-09-09T03:16:23.863" v="837" actId="14"/>
        <pc:sldMkLst>
          <pc:docMk/>
          <pc:sldMk cId="1753666233" sldId="265"/>
        </pc:sldMkLst>
        <pc:spChg chg="mod">
          <ac:chgData name="宇鑫 陈" userId="0c02506f-801f-4aa8-94fe-5f10b8b44a7e" providerId="ADAL" clId="{219A5CA8-69D5-4869-A96E-31A345C750E6}" dt="2025-09-09T02:29:53.885" v="47" actId="20577"/>
          <ac:spMkLst>
            <pc:docMk/>
            <pc:sldMk cId="1753666233" sldId="265"/>
            <ac:spMk id="3" creationId="{00000000-0000-0000-0000-000000000000}"/>
          </ac:spMkLst>
        </pc:spChg>
        <pc:spChg chg="mod">
          <ac:chgData name="宇鑫 陈" userId="0c02506f-801f-4aa8-94fe-5f10b8b44a7e" providerId="ADAL" clId="{219A5CA8-69D5-4869-A96E-31A345C750E6}" dt="2025-09-09T03:16:23.863" v="837" actId="14"/>
          <ac:spMkLst>
            <pc:docMk/>
            <pc:sldMk cId="1753666233" sldId="265"/>
            <ac:spMk id="5" creationId="{00000000-0000-0000-0000-000000000000}"/>
          </ac:spMkLst>
        </pc:spChg>
      </pc:sldChg>
      <pc:sldChg chg="del">
        <pc:chgData name="宇鑫 陈" userId="0c02506f-801f-4aa8-94fe-5f10b8b44a7e" providerId="ADAL" clId="{219A5CA8-69D5-4869-A96E-31A345C750E6}" dt="2025-09-09T02:43:07.168" v="831" actId="47"/>
        <pc:sldMkLst>
          <pc:docMk/>
          <pc:sldMk cId="3624108227" sldId="266"/>
        </pc:sldMkLst>
      </pc:sldChg>
      <pc:sldChg chg="del">
        <pc:chgData name="宇鑫 陈" userId="0c02506f-801f-4aa8-94fe-5f10b8b44a7e" providerId="ADAL" clId="{219A5CA8-69D5-4869-A96E-31A345C750E6}" dt="2025-09-09T02:43:08.002" v="832" actId="47"/>
        <pc:sldMkLst>
          <pc:docMk/>
          <pc:sldMk cId="119608353" sldId="267"/>
        </pc:sldMkLst>
      </pc:sldChg>
      <pc:sldChg chg="del">
        <pc:chgData name="宇鑫 陈" userId="0c02506f-801f-4aa8-94fe-5f10b8b44a7e" providerId="ADAL" clId="{219A5CA8-69D5-4869-A96E-31A345C750E6}" dt="2025-09-09T02:43:09.095" v="833" actId="47"/>
        <pc:sldMkLst>
          <pc:docMk/>
          <pc:sldMk cId="3094480875" sldId="268"/>
        </pc:sldMkLst>
      </pc:sldChg>
      <pc:sldChg chg="modSp add del mod">
        <pc:chgData name="宇鑫 陈" userId="0c02506f-801f-4aa8-94fe-5f10b8b44a7e" providerId="ADAL" clId="{219A5CA8-69D5-4869-A96E-31A345C750E6}" dt="2025-09-12T10:32:40.773" v="4380" actId="47"/>
        <pc:sldMkLst>
          <pc:docMk/>
          <pc:sldMk cId="1201453235" sldId="269"/>
        </pc:sldMkLst>
      </pc:sldChg>
      <pc:sldChg chg="del">
        <pc:chgData name="宇鑫 陈" userId="0c02506f-801f-4aa8-94fe-5f10b8b44a7e" providerId="ADAL" clId="{219A5CA8-69D5-4869-A96E-31A345C750E6}" dt="2025-09-09T10:40:55.650" v="4189" actId="47"/>
        <pc:sldMkLst>
          <pc:docMk/>
          <pc:sldMk cId="2473960281" sldId="270"/>
        </pc:sldMkLst>
      </pc:sldChg>
      <pc:sldChg chg="del">
        <pc:chgData name="宇鑫 陈" userId="0c02506f-801f-4aa8-94fe-5f10b8b44a7e" providerId="ADAL" clId="{219A5CA8-69D5-4869-A96E-31A345C750E6}" dt="2025-09-09T10:40:56.513" v="4190" actId="47"/>
        <pc:sldMkLst>
          <pc:docMk/>
          <pc:sldMk cId="418563550" sldId="271"/>
        </pc:sldMkLst>
      </pc:sldChg>
      <pc:sldChg chg="del">
        <pc:chgData name="宇鑫 陈" userId="0c02506f-801f-4aa8-94fe-5f10b8b44a7e" providerId="ADAL" clId="{219A5CA8-69D5-4869-A96E-31A345C750E6}" dt="2025-09-09T10:40:57.515" v="4191" actId="47"/>
        <pc:sldMkLst>
          <pc:docMk/>
          <pc:sldMk cId="2465555886" sldId="272"/>
        </pc:sldMkLst>
      </pc:sldChg>
      <pc:sldChg chg="del">
        <pc:chgData name="宇鑫 陈" userId="0c02506f-801f-4aa8-94fe-5f10b8b44a7e" providerId="ADAL" clId="{219A5CA8-69D5-4869-A96E-31A345C750E6}" dt="2025-09-09T10:40:58.373" v="4193" actId="47"/>
        <pc:sldMkLst>
          <pc:docMk/>
          <pc:sldMk cId="2352436808" sldId="273"/>
        </pc:sldMkLst>
      </pc:sldChg>
      <pc:sldChg chg="del">
        <pc:chgData name="宇鑫 陈" userId="0c02506f-801f-4aa8-94fe-5f10b8b44a7e" providerId="ADAL" clId="{219A5CA8-69D5-4869-A96E-31A345C750E6}" dt="2025-09-09T10:40:58.896" v="4194" actId="47"/>
        <pc:sldMkLst>
          <pc:docMk/>
          <pc:sldMk cId="1462846646" sldId="274"/>
        </pc:sldMkLst>
      </pc:sldChg>
      <pc:sldChg chg="modSp del mod">
        <pc:chgData name="宇鑫 陈" userId="0c02506f-801f-4aa8-94fe-5f10b8b44a7e" providerId="ADAL" clId="{219A5CA8-69D5-4869-A96E-31A345C750E6}" dt="2025-09-09T10:40:59.254" v="4195" actId="47"/>
        <pc:sldMkLst>
          <pc:docMk/>
          <pc:sldMk cId="2343789687" sldId="275"/>
        </pc:sldMkLst>
      </pc:sldChg>
      <pc:sldChg chg="del">
        <pc:chgData name="宇鑫 陈" userId="0c02506f-801f-4aa8-94fe-5f10b8b44a7e" providerId="ADAL" clId="{219A5CA8-69D5-4869-A96E-31A345C750E6}" dt="2025-09-09T10:40:59.764" v="4196" actId="47"/>
        <pc:sldMkLst>
          <pc:docMk/>
          <pc:sldMk cId="3578238027" sldId="276"/>
        </pc:sldMkLst>
      </pc:sldChg>
      <pc:sldChg chg="del">
        <pc:chgData name="宇鑫 陈" userId="0c02506f-801f-4aa8-94fe-5f10b8b44a7e" providerId="ADAL" clId="{219A5CA8-69D5-4869-A96E-31A345C750E6}" dt="2025-09-09T10:41:00.199" v="4197" actId="47"/>
        <pc:sldMkLst>
          <pc:docMk/>
          <pc:sldMk cId="3167766486" sldId="277"/>
        </pc:sldMkLst>
      </pc:sldChg>
      <pc:sldChg chg="del">
        <pc:chgData name="宇鑫 陈" userId="0c02506f-801f-4aa8-94fe-5f10b8b44a7e" providerId="ADAL" clId="{219A5CA8-69D5-4869-A96E-31A345C750E6}" dt="2025-09-09T10:41:00.833" v="4198" actId="47"/>
        <pc:sldMkLst>
          <pc:docMk/>
          <pc:sldMk cId="1620705159" sldId="278"/>
        </pc:sldMkLst>
      </pc:sldChg>
      <pc:sldChg chg="del">
        <pc:chgData name="宇鑫 陈" userId="0c02506f-801f-4aa8-94fe-5f10b8b44a7e" providerId="ADAL" clId="{219A5CA8-69D5-4869-A96E-31A345C750E6}" dt="2025-09-09T10:41:01.175" v="4199" actId="47"/>
        <pc:sldMkLst>
          <pc:docMk/>
          <pc:sldMk cId="2870202382" sldId="279"/>
        </pc:sldMkLst>
      </pc:sldChg>
      <pc:sldChg chg="del">
        <pc:chgData name="宇鑫 陈" userId="0c02506f-801f-4aa8-94fe-5f10b8b44a7e" providerId="ADAL" clId="{219A5CA8-69D5-4869-A96E-31A345C750E6}" dt="2025-09-09T10:41:01.707" v="4200" actId="47"/>
        <pc:sldMkLst>
          <pc:docMk/>
          <pc:sldMk cId="2085259256" sldId="280"/>
        </pc:sldMkLst>
      </pc:sldChg>
      <pc:sldChg chg="del">
        <pc:chgData name="宇鑫 陈" userId="0c02506f-801f-4aa8-94fe-5f10b8b44a7e" providerId="ADAL" clId="{219A5CA8-69D5-4869-A96E-31A345C750E6}" dt="2025-09-09T10:41:02.209" v="4201" actId="47"/>
        <pc:sldMkLst>
          <pc:docMk/>
          <pc:sldMk cId="3997683999" sldId="281"/>
        </pc:sldMkLst>
      </pc:sldChg>
      <pc:sldChg chg="add del">
        <pc:chgData name="宇鑫 陈" userId="0c02506f-801f-4aa8-94fe-5f10b8b44a7e" providerId="ADAL" clId="{219A5CA8-69D5-4869-A96E-31A345C750E6}" dt="2025-09-09T10:41:05.443" v="4203" actId="47"/>
        <pc:sldMkLst>
          <pc:docMk/>
          <pc:sldMk cId="1362973645" sldId="282"/>
        </pc:sldMkLst>
      </pc:sldChg>
      <pc:sldChg chg="del">
        <pc:chgData name="宇鑫 陈" userId="0c02506f-801f-4aa8-94fe-5f10b8b44a7e" providerId="ADAL" clId="{219A5CA8-69D5-4869-A96E-31A345C750E6}" dt="2025-09-09T02:43:06.394" v="830" actId="47"/>
        <pc:sldMkLst>
          <pc:docMk/>
          <pc:sldMk cId="1305822291" sldId="283"/>
        </pc:sldMkLst>
      </pc:sldChg>
      <pc:sldChg chg="del">
        <pc:chgData name="宇鑫 陈" userId="0c02506f-801f-4aa8-94fe-5f10b8b44a7e" providerId="ADAL" clId="{219A5CA8-69D5-4869-A96E-31A345C750E6}" dt="2025-09-09T10:40:58.020" v="4192" actId="47"/>
        <pc:sldMkLst>
          <pc:docMk/>
          <pc:sldMk cId="1026729523" sldId="284"/>
        </pc:sldMkLst>
      </pc:sldChg>
      <pc:sldChg chg="modSp add mod">
        <pc:chgData name="宇鑫 陈" userId="0c02506f-801f-4aa8-94fe-5f10b8b44a7e" providerId="ADAL" clId="{219A5CA8-69D5-4869-A96E-31A345C750E6}" dt="2025-09-09T06:51:53.198" v="1675" actId="20577"/>
        <pc:sldMkLst>
          <pc:docMk/>
          <pc:sldMk cId="2560395286" sldId="285"/>
        </pc:sldMkLst>
        <pc:spChg chg="mod">
          <ac:chgData name="宇鑫 陈" userId="0c02506f-801f-4aa8-94fe-5f10b8b44a7e" providerId="ADAL" clId="{219A5CA8-69D5-4869-A96E-31A345C750E6}" dt="2025-09-09T06:51:53.198" v="1675" actId="20577"/>
          <ac:spMkLst>
            <pc:docMk/>
            <pc:sldMk cId="2560395286" sldId="285"/>
            <ac:spMk id="5" creationId="{81D3C78B-E26A-9F9D-B595-452FB73B1D56}"/>
          </ac:spMkLst>
        </pc:spChg>
      </pc:sldChg>
      <pc:sldChg chg="addSp modSp add mod modClrScheme chgLayout">
        <pc:chgData name="宇鑫 陈" userId="0c02506f-801f-4aa8-94fe-5f10b8b44a7e" providerId="ADAL" clId="{219A5CA8-69D5-4869-A96E-31A345C750E6}" dt="2025-09-09T08:08:38.676" v="2334" actId="20577"/>
        <pc:sldMkLst>
          <pc:docMk/>
          <pc:sldMk cId="2163129631" sldId="286"/>
        </pc:sldMkLst>
        <pc:spChg chg="mod ord">
          <ac:chgData name="宇鑫 陈" userId="0c02506f-801f-4aa8-94fe-5f10b8b44a7e" providerId="ADAL" clId="{219A5CA8-69D5-4869-A96E-31A345C750E6}" dt="2025-09-09T08:08:11.195" v="2316" actId="20577"/>
          <ac:spMkLst>
            <pc:docMk/>
            <pc:sldMk cId="2163129631" sldId="286"/>
            <ac:spMk id="3" creationId="{64C862EA-8ECE-4CBA-529A-34F70AC25624}"/>
          </ac:spMkLst>
        </pc:spChg>
        <pc:spChg chg="mod">
          <ac:chgData name="宇鑫 陈" userId="0c02506f-801f-4aa8-94fe-5f10b8b44a7e" providerId="ADAL" clId="{219A5CA8-69D5-4869-A96E-31A345C750E6}" dt="2025-09-09T08:08:38.676" v="2334" actId="20577"/>
          <ac:spMkLst>
            <pc:docMk/>
            <pc:sldMk cId="2163129631" sldId="286"/>
            <ac:spMk id="5" creationId="{9A0298B8-A159-DB65-F064-8042BDBB6EEA}"/>
          </ac:spMkLst>
        </pc:spChg>
        <pc:picChg chg="add mod">
          <ac:chgData name="宇鑫 陈" userId="0c02506f-801f-4aa8-94fe-5f10b8b44a7e" providerId="ADAL" clId="{219A5CA8-69D5-4869-A96E-31A345C750E6}" dt="2025-09-09T08:06:24.039" v="2262" actId="26606"/>
          <ac:picMkLst>
            <pc:docMk/>
            <pc:sldMk cId="2163129631" sldId="286"/>
            <ac:picMk id="4" creationId="{FDB412E2-EF7E-B52A-A2D9-59E7E34C4173}"/>
          </ac:picMkLst>
        </pc:picChg>
      </pc:sldChg>
      <pc:sldChg chg="addSp delSp modSp add mod">
        <pc:chgData name="宇鑫 陈" userId="0c02506f-801f-4aa8-94fe-5f10b8b44a7e" providerId="ADAL" clId="{219A5CA8-69D5-4869-A96E-31A345C750E6}" dt="2025-09-12T11:46:28.383" v="5627" actId="1076"/>
        <pc:sldMkLst>
          <pc:docMk/>
          <pc:sldMk cId="3616859260" sldId="287"/>
        </pc:sldMkLst>
        <pc:spChg chg="mod">
          <ac:chgData name="宇鑫 陈" userId="0c02506f-801f-4aa8-94fe-5f10b8b44a7e" providerId="ADAL" clId="{219A5CA8-69D5-4869-A96E-31A345C750E6}" dt="2025-09-09T08:37:13.169" v="2347" actId="20577"/>
          <ac:spMkLst>
            <pc:docMk/>
            <pc:sldMk cId="3616859260" sldId="287"/>
            <ac:spMk id="3" creationId="{D1AA62DA-7AA0-6604-C041-042381DCB366}"/>
          </ac:spMkLst>
        </pc:spChg>
        <pc:spChg chg="mod">
          <ac:chgData name="宇鑫 陈" userId="0c02506f-801f-4aa8-94fe-5f10b8b44a7e" providerId="ADAL" clId="{219A5CA8-69D5-4869-A96E-31A345C750E6}" dt="2025-09-12T11:46:18.708" v="5626" actId="20577"/>
          <ac:spMkLst>
            <pc:docMk/>
            <pc:sldMk cId="3616859260" sldId="287"/>
            <ac:spMk id="5" creationId="{50CA4AA1-18D4-4994-880A-0BE4D2D5E50E}"/>
          </ac:spMkLst>
        </pc:sp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2" creationId="{A366517C-C1FC-D231-21C6-05C0508464CA}"/>
          </ac:picMkLst>
        </pc:pic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6" creationId="{CCD8F30F-A9FA-8FAE-6A6D-83F02D999BF8}"/>
          </ac:picMkLst>
        </pc:picChg>
        <pc:picChg chg="add mod">
          <ac:chgData name="宇鑫 陈" userId="0c02506f-801f-4aa8-94fe-5f10b8b44a7e" providerId="ADAL" clId="{219A5CA8-69D5-4869-A96E-31A345C750E6}" dt="2025-09-12T11:46:28.383" v="5627" actId="1076"/>
          <ac:picMkLst>
            <pc:docMk/>
            <pc:sldMk cId="3616859260" sldId="287"/>
            <ac:picMk id="8" creationId="{22A755DF-D53A-5FC4-4940-AF095294E850}"/>
          </ac:picMkLst>
        </pc:picChg>
      </pc:sldChg>
      <pc:sldChg chg="delSp modSp add mod">
        <pc:chgData name="宇鑫 陈" userId="0c02506f-801f-4aa8-94fe-5f10b8b44a7e" providerId="ADAL" clId="{219A5CA8-69D5-4869-A96E-31A345C750E6}" dt="2025-09-12T10:23:02.574" v="4207" actId="14100"/>
        <pc:sldMkLst>
          <pc:docMk/>
          <pc:sldMk cId="1419499105" sldId="288"/>
        </pc:sldMkLst>
        <pc:spChg chg="mod">
          <ac:chgData name="宇鑫 陈" userId="0c02506f-801f-4aa8-94fe-5f10b8b44a7e" providerId="ADAL" clId="{219A5CA8-69D5-4869-A96E-31A345C750E6}" dt="2025-09-09T08:50:54.415" v="2870" actId="20577"/>
          <ac:spMkLst>
            <pc:docMk/>
            <pc:sldMk cId="1419499105" sldId="288"/>
            <ac:spMk id="3" creationId="{CA96DF36-D568-549D-9D36-B80BC68B4A3E}"/>
          </ac:spMkLst>
        </pc:spChg>
        <pc:spChg chg="mod">
          <ac:chgData name="宇鑫 陈" userId="0c02506f-801f-4aa8-94fe-5f10b8b44a7e" providerId="ADAL" clId="{219A5CA8-69D5-4869-A96E-31A345C750E6}" dt="2025-09-12T10:23:02.574" v="4207" actId="14100"/>
          <ac:spMkLst>
            <pc:docMk/>
            <pc:sldMk cId="1419499105" sldId="288"/>
            <ac:spMk id="5" creationId="{96A03B0F-716B-5018-6C50-B66E79C7BE01}"/>
          </ac:spMkLst>
        </pc:spChg>
      </pc:sldChg>
      <pc:sldChg chg="addSp modSp add mod">
        <pc:chgData name="宇鑫 陈" userId="0c02506f-801f-4aa8-94fe-5f10b8b44a7e" providerId="ADAL" clId="{219A5CA8-69D5-4869-A96E-31A345C750E6}" dt="2025-09-12T10:28:25.863" v="4209" actId="12"/>
        <pc:sldMkLst>
          <pc:docMk/>
          <pc:sldMk cId="3661172768" sldId="289"/>
        </pc:sldMkLst>
        <pc:spChg chg="ord">
          <ac:chgData name="宇鑫 陈" userId="0c02506f-801f-4aa8-94fe-5f10b8b44a7e" providerId="ADAL" clId="{219A5CA8-69D5-4869-A96E-31A345C750E6}" dt="2025-09-09T09:34:53.881" v="4180" actId="26606"/>
          <ac:spMkLst>
            <pc:docMk/>
            <pc:sldMk cId="3661172768" sldId="289"/>
            <ac:spMk id="3" creationId="{AEB5F00A-0369-B7AE-48E7-E37ACEF70B58}"/>
          </ac:spMkLst>
        </pc:spChg>
        <pc:spChg chg="mod">
          <ac:chgData name="宇鑫 陈" userId="0c02506f-801f-4aa8-94fe-5f10b8b44a7e" providerId="ADAL" clId="{219A5CA8-69D5-4869-A96E-31A345C750E6}" dt="2025-09-12T10:28:25.863" v="4209" actId="12"/>
          <ac:spMkLst>
            <pc:docMk/>
            <pc:sldMk cId="3661172768" sldId="289"/>
            <ac:spMk id="5" creationId="{E270D782-2349-2701-22AF-24C365A470F1}"/>
          </ac:spMkLst>
        </pc:spChg>
        <pc:picChg chg="add mod">
          <ac:chgData name="宇鑫 陈" userId="0c02506f-801f-4aa8-94fe-5f10b8b44a7e" providerId="ADAL" clId="{219A5CA8-69D5-4869-A96E-31A345C750E6}" dt="2025-09-09T09:34:53.881" v="4180" actId="26606"/>
          <ac:picMkLst>
            <pc:docMk/>
            <pc:sldMk cId="3661172768" sldId="289"/>
            <ac:picMk id="4" creationId="{1901DDBC-719A-3F37-9E43-10B6BC3DEB1B}"/>
          </ac:picMkLst>
        </pc:picChg>
      </pc:sldChg>
      <pc:sldChg chg="delSp modSp add mod">
        <pc:chgData name="宇鑫 陈" userId="0c02506f-801f-4aa8-94fe-5f10b8b44a7e" providerId="ADAL" clId="{219A5CA8-69D5-4869-A96E-31A345C750E6}" dt="2025-09-12T13:11:47.361" v="6609" actId="207"/>
        <pc:sldMkLst>
          <pc:docMk/>
          <pc:sldMk cId="4264198672" sldId="290"/>
        </pc:sldMkLst>
        <pc:spChg chg="mod">
          <ac:chgData name="宇鑫 陈" userId="0c02506f-801f-4aa8-94fe-5f10b8b44a7e" providerId="ADAL" clId="{219A5CA8-69D5-4869-A96E-31A345C750E6}" dt="2025-09-12T10:44:55.353" v="4419" actId="20577"/>
          <ac:spMkLst>
            <pc:docMk/>
            <pc:sldMk cId="4264198672" sldId="290"/>
            <ac:spMk id="3" creationId="{24CF0821-95AB-A25A-8E94-FB2948B743F0}"/>
          </ac:spMkLst>
        </pc:spChg>
        <pc:spChg chg="mod">
          <ac:chgData name="宇鑫 陈" userId="0c02506f-801f-4aa8-94fe-5f10b8b44a7e" providerId="ADAL" clId="{219A5CA8-69D5-4869-A96E-31A345C750E6}" dt="2025-09-12T13:11:47.361" v="6609" actId="207"/>
          <ac:spMkLst>
            <pc:docMk/>
            <pc:sldMk cId="4264198672" sldId="290"/>
            <ac:spMk id="5" creationId="{3DF57A1C-E947-7564-EE92-902FFBA0D37C}"/>
          </ac:spMkLst>
        </pc:spChg>
        <pc:picChg chg="del">
          <ac:chgData name="宇鑫 陈" userId="0c02506f-801f-4aa8-94fe-5f10b8b44a7e" providerId="ADAL" clId="{219A5CA8-69D5-4869-A96E-31A345C750E6}" dt="2025-09-12T10:29:35.590" v="4241" actId="478"/>
          <ac:picMkLst>
            <pc:docMk/>
            <pc:sldMk cId="4264198672" sldId="290"/>
            <ac:picMk id="4" creationId="{E65AF3A0-ED5F-7C83-905F-436CC7D137F8}"/>
          </ac:picMkLst>
        </pc:picChg>
      </pc:sldChg>
      <pc:sldChg chg="modSp add mod">
        <pc:chgData name="宇鑫 陈" userId="0c02506f-801f-4aa8-94fe-5f10b8b44a7e" providerId="ADAL" clId="{219A5CA8-69D5-4869-A96E-31A345C750E6}" dt="2025-09-12T13:11:00.564" v="6605" actId="20577"/>
        <pc:sldMkLst>
          <pc:docMk/>
          <pc:sldMk cId="3211214428" sldId="291"/>
        </pc:sldMkLst>
        <pc:spChg chg="mod">
          <ac:chgData name="宇鑫 陈" userId="0c02506f-801f-4aa8-94fe-5f10b8b44a7e" providerId="ADAL" clId="{219A5CA8-69D5-4869-A96E-31A345C750E6}" dt="2025-09-12T11:47:54.695" v="5695" actId="20577"/>
          <ac:spMkLst>
            <pc:docMk/>
            <pc:sldMk cId="3211214428" sldId="291"/>
            <ac:spMk id="3" creationId="{D37D045D-B815-68D3-819E-92E6ECD7FD5B}"/>
          </ac:spMkLst>
        </pc:spChg>
        <pc:spChg chg="mod">
          <ac:chgData name="宇鑫 陈" userId="0c02506f-801f-4aa8-94fe-5f10b8b44a7e" providerId="ADAL" clId="{219A5CA8-69D5-4869-A96E-31A345C750E6}" dt="2025-09-12T13:11:00.564" v="6605" actId="20577"/>
          <ac:spMkLst>
            <pc:docMk/>
            <pc:sldMk cId="3211214428" sldId="291"/>
            <ac:spMk id="5" creationId="{C4FC6C4F-D064-8337-D335-DD0EA9217B54}"/>
          </ac:spMkLst>
        </pc:spChg>
      </pc:sldChg>
      <pc:sldChg chg="add del ord">
        <pc:chgData name="宇鑫 陈" userId="0c02506f-801f-4aa8-94fe-5f10b8b44a7e" providerId="ADAL" clId="{219A5CA8-69D5-4869-A96E-31A345C750E6}" dt="2025-09-12T11:46:31.167" v="5628" actId="47"/>
        <pc:sldMkLst>
          <pc:docMk/>
          <pc:sldMk cId="506999919" sldId="296"/>
        </pc:sldMkLst>
      </pc:sldChg>
      <pc:sldMasterChg chg="addSldLayout delSldLayout">
        <pc:chgData name="宇鑫 陈" userId="0c02506f-801f-4aa8-94fe-5f10b8b44a7e" providerId="ADAL" clId="{219A5CA8-69D5-4869-A96E-31A345C750E6}" dt="2025-09-12T11:46:31.167" v="5628" actId="47"/>
        <pc:sldMasterMkLst>
          <pc:docMk/>
          <pc:sldMasterMk cId="3265737396" sldId="2147483802"/>
        </pc:sldMasterMkLst>
        <pc:sldLayoutChg chg="add del">
          <pc:chgData name="宇鑫 陈" userId="0c02506f-801f-4aa8-94fe-5f10b8b44a7e" providerId="ADAL" clId="{219A5CA8-69D5-4869-A96E-31A345C750E6}" dt="2025-09-09T10:41:05.443" v="4203" actId="47"/>
          <pc:sldLayoutMkLst>
            <pc:docMk/>
            <pc:sldMasterMk cId="3265737396" sldId="2147483802"/>
            <pc:sldLayoutMk cId="1380372780" sldId="2147483818"/>
          </pc:sldLayoutMkLst>
        </pc:sldLayoutChg>
        <pc:sldLayoutChg chg="del">
          <pc:chgData name="宇鑫 陈" userId="0c02506f-801f-4aa8-94fe-5f10b8b44a7e" providerId="ADAL" clId="{219A5CA8-69D5-4869-A96E-31A345C750E6}" dt="2025-09-12T11:46:31.167" v="5628" actId="47"/>
          <pc:sldLayoutMkLst>
            <pc:docMk/>
            <pc:sldMasterMk cId="3265737396" sldId="2147483802"/>
            <pc:sldLayoutMk cId="3089618445" sldId="21474838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2C1FBA-CF23-45CA-A289-03E32D160964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2B0C5-C56D-47E9-BCFE-D990A940F1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00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966BD8-0FC1-456F-BDC6-7D0CA8E36566}" type="datetimeFigureOut">
              <a:rPr lang="zh-CN" altLang="en-US" smtClean="0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FC841-E2E1-4802-8701-94EA307E9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9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149566"/>
            <a:ext cx="7886700" cy="8995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628650" y="5114029"/>
            <a:ext cx="7886700" cy="604299"/>
          </a:xfrm>
        </p:spPr>
        <p:txBody>
          <a:bodyPr anchor="ctr">
            <a:noAutofit/>
          </a:bodyPr>
          <a:lstStyle>
            <a:lvl1pPr algn="ctr"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lvl="0"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/>
              <a:t>单击以编辑母版副标题样式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489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501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页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6000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" name="灯片编号占位符 5"/>
          <p:cNvSpPr txBox="1">
            <a:spLocks/>
          </p:cNvSpPr>
          <p:nvPr/>
        </p:nvSpPr>
        <p:spPr>
          <a:xfrm>
            <a:off x="8697600" y="311755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E1703B59-C883-4B8B-974E-AFB30A6C43A7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9745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28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内页-极简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494025" y="1685678"/>
            <a:ext cx="8372163" cy="492149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4" y="974277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D4CE0C3C-47D3-4455-AB34-8268314DB49D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6688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 userDrawn="1"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04390"/>
            <a:ext cx="459922" cy="46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17489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9144000" cy="1036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293" y="6100771"/>
            <a:ext cx="1958547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850" y="235137"/>
            <a:ext cx="6474515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bg1"/>
                </a:solidFill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1240"/>
            <a:ext cx="9144000" cy="518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49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56">
          <p15:clr>
            <a:srgbClr val="FBAE40"/>
          </p15:clr>
        </p15:guide>
        <p15:guide id="2" pos="204">
          <p15:clr>
            <a:srgbClr val="FBAE40"/>
          </p15:clr>
        </p15:guide>
        <p15:guide id="5" pos="3125">
          <p15:clr>
            <a:srgbClr val="FBAE40"/>
          </p15:clr>
        </p15:guide>
        <p15:guide id="6" pos="115">
          <p15:clr>
            <a:srgbClr val="FBAE40"/>
          </p15:clr>
        </p15:guide>
        <p15:guide id="7" pos="4167" userDrawn="1">
          <p15:clr>
            <a:srgbClr val="FBAE40"/>
          </p15:clr>
        </p15:guide>
        <p15:guide id="8" pos="153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6588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纯标题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494025" y="975600"/>
            <a:ext cx="8372163" cy="574183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灯片编号占位符 5"/>
          <p:cNvSpPr txBox="1">
            <a:spLocks/>
          </p:cNvSpPr>
          <p:nvPr/>
        </p:nvSpPr>
        <p:spPr>
          <a:xfrm>
            <a:off x="8696565" y="311755"/>
            <a:ext cx="447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spc="-60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fld id="{7E0B4DC1-AB35-4259-8072-EA8F5B8A0BBF}" type="slidenum">
              <a:rPr lang="zh-CN" altLang="en-US" smtClean="0"/>
              <a:pPr lvl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19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330335"/>
      </p:ext>
    </p:extLst>
  </p:cSld>
  <p:clrMapOvr>
    <a:masterClrMapping/>
  </p:clrMapOvr>
  <p:transition spd="med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空白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250026" y="311755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97600" y="313200"/>
            <a:ext cx="3651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1703B59-C883-4B8B-974E-AFB30A6C43A7}" type="slidenum">
              <a:rPr lang="en-US" altLang="zh-CN" smtClean="0"/>
              <a:pPr/>
              <a:t>‹#›</a:t>
            </a:fld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50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32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2393" y="975600"/>
            <a:ext cx="8566445" cy="576000"/>
          </a:xfrm>
          <a:prstGeom prst="rect">
            <a:avLst/>
          </a:prstGeom>
        </p:spPr>
        <p:txBody>
          <a:bodyPr/>
          <a:lstStyle>
            <a:lvl1pPr>
              <a:defRPr lang="zh-CN" altLang="en-US"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2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3" name="矩形 12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475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3" pos="1620">
          <p15:clr>
            <a:srgbClr val="FBAE40"/>
          </p15:clr>
        </p15:guide>
        <p15:guide id="4" pos="216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对比-有页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24" name="矩形 23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250026" y="313200"/>
            <a:ext cx="5788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spc="-60" baseline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Page .</a:t>
            </a:r>
            <a:endParaRPr lang="zh-CN" altLang="en-US" sz="1200" spc="-6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262394" y="960114"/>
            <a:ext cx="4032000" cy="574183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28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0" y="1550505"/>
            <a:ext cx="9144000" cy="79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内容占位符 11"/>
          <p:cNvSpPr>
            <a:spLocks noGrp="1"/>
          </p:cNvSpPr>
          <p:nvPr>
            <p:ph sz="quarter" idx="10"/>
          </p:nvPr>
        </p:nvSpPr>
        <p:spPr>
          <a:xfrm>
            <a:off x="262394" y="1717675"/>
            <a:ext cx="403200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6" name="内容占位符 15"/>
          <p:cNvSpPr>
            <a:spLocks noGrp="1"/>
          </p:cNvSpPr>
          <p:nvPr>
            <p:ph sz="quarter" idx="11"/>
          </p:nvPr>
        </p:nvSpPr>
        <p:spPr>
          <a:xfrm>
            <a:off x="4786313" y="1717675"/>
            <a:ext cx="4032250" cy="4826248"/>
          </a:xfrm>
        </p:spPr>
        <p:txBody>
          <a:bodyPr>
            <a:normAutofit/>
          </a:bodyPr>
          <a:lstStyle>
            <a:lvl1pPr>
              <a:buClr>
                <a:schemeClr val="accent1"/>
              </a:buClr>
              <a:defRPr sz="2000"/>
            </a:lvl1pPr>
            <a:lvl2pPr>
              <a:buClr>
                <a:schemeClr val="accent1"/>
              </a:buClr>
              <a:defRPr sz="1800"/>
            </a:lvl2pPr>
            <a:lvl3pPr>
              <a:buClr>
                <a:schemeClr val="accent1"/>
              </a:buClr>
              <a:defRPr sz="1600"/>
            </a:lvl3pPr>
            <a:lvl4pPr>
              <a:buClr>
                <a:schemeClr val="accent1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18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786313" y="958297"/>
            <a:ext cx="4032000" cy="576000"/>
          </a:xfrm>
        </p:spPr>
        <p:txBody>
          <a:bodyPr anchor="b">
            <a:normAutofit/>
          </a:bodyPr>
          <a:lstStyle>
            <a:lvl1pPr marL="0" indent="0" algn="ctr">
              <a:buNone/>
              <a:defRPr lang="zh-CN" altLang="en-US" sz="2800" b="1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单击此处编辑标题</a:t>
            </a:r>
          </a:p>
        </p:txBody>
      </p:sp>
      <p:sp>
        <p:nvSpPr>
          <p:cNvPr id="21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96565" y="313200"/>
            <a:ext cx="4871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zh-CN" altLang="en-US" sz="1200" spc="-60" baseline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4BD5A17-3153-4A95-988E-B577C14000F1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4" name="矩形 13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306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193">
          <p15:clr>
            <a:srgbClr val="FBAE40"/>
          </p15:clr>
        </p15:guide>
        <p15:guide id="5" pos="1620">
          <p15:clr>
            <a:srgbClr val="FBAE40"/>
          </p15:clr>
        </p15:guide>
        <p15:guide id="6" pos="2921">
          <p15:clr>
            <a:srgbClr val="FBAE40"/>
          </p15:clr>
        </p15:guide>
        <p15:guide id="7" pos="2160" userDrawn="1">
          <p15:clr>
            <a:srgbClr val="FBAE40"/>
          </p15:clr>
        </p15:guide>
        <p15:guide id="8" pos="3895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封面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760" y="5815086"/>
            <a:ext cx="2458720" cy="65087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9123" y="4006448"/>
            <a:ext cx="8325019" cy="111419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40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469124" y="5245246"/>
            <a:ext cx="5820358" cy="468179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lang="zh-CN" altLang="en-US" sz="2400" b="0">
                <a:solidFill>
                  <a:schemeClr val="bg1"/>
                </a:solidFill>
                <a:latin typeface="+mn-ea"/>
                <a:cs typeface="+mj-cs"/>
              </a:defRPr>
            </a:lvl1pPr>
          </a:lstStyle>
          <a:p>
            <a:pPr marL="228600" lvl="0" indent="-228600" algn="ctr">
              <a:lnSpc>
                <a:spcPct val="90000"/>
              </a:lnSpc>
              <a:spcBef>
                <a:spcPct val="0"/>
              </a:spcBef>
            </a:pPr>
            <a:r>
              <a:rPr lang="zh-CN" altLang="en-US"/>
              <a:t>单击以编辑母版副标题样式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469124" y="5815087"/>
            <a:ext cx="4159250" cy="49900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单击此处添加日期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11" name="直接连接符 10"/>
          <p:cNvCxnSpPr/>
          <p:nvPr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" t="172" r="40" b="-12"/>
          <a:stretch/>
        </p:blipFill>
        <p:spPr>
          <a:xfrm>
            <a:off x="0" y="0"/>
            <a:ext cx="9144000" cy="3899805"/>
          </a:xfrm>
          <a:prstGeom prst="rect">
            <a:avLst/>
          </a:prstGeom>
          <a:ln>
            <a:noFill/>
          </a:ln>
        </p:spPr>
      </p:pic>
      <p:cxnSp>
        <p:nvCxnSpPr>
          <p:cNvPr id="9" name="直接连接符 8"/>
          <p:cNvCxnSpPr/>
          <p:nvPr userDrawn="1"/>
        </p:nvCxnSpPr>
        <p:spPr>
          <a:xfrm>
            <a:off x="0" y="3899805"/>
            <a:ext cx="9144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060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95">
          <p15:clr>
            <a:srgbClr val="FBAE40"/>
          </p15:clr>
        </p15:guide>
        <p15:guide id="3" orient="horz" pos="2160">
          <p15:clr>
            <a:srgbClr val="FBAE40"/>
          </p15:clr>
        </p15:guide>
        <p15:guide id="4" pos="1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74" y="3608990"/>
            <a:ext cx="3021843" cy="799946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7896" y="1371600"/>
            <a:ext cx="8410492" cy="926932"/>
          </a:xfrm>
        </p:spPr>
        <p:txBody>
          <a:bodyPr>
            <a:noAutofit/>
          </a:bodyPr>
          <a:lstStyle>
            <a:lvl1pPr algn="ctr">
              <a:defRPr sz="6600"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3073"/>
            <a:ext cx="9144000" cy="281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37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413468" y="1673352"/>
            <a:ext cx="8340421" cy="4999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矩形 9"/>
          <p:cNvSpPr/>
          <p:nvPr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  <p:sp>
        <p:nvSpPr>
          <p:cNvPr id="4" name="标题占位符 3"/>
          <p:cNvSpPr>
            <a:spLocks noGrp="1"/>
          </p:cNvSpPr>
          <p:nvPr>
            <p:ph type="title"/>
          </p:nvPr>
        </p:nvSpPr>
        <p:spPr>
          <a:xfrm>
            <a:off x="413468" y="863020"/>
            <a:ext cx="8410492" cy="701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9144793" cy="664522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6766560"/>
            <a:ext cx="9144000" cy="914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024" y="168582"/>
            <a:ext cx="1517655" cy="401413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0" y="1"/>
            <a:ext cx="9144000" cy="10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1231682"/>
            <a:ext cx="9144000" cy="3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73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</p:sldLayoutIdLst>
  <p:transition spd="med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Calibri" panose="020F0502020204030204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emf"/><Relationship Id="rId4" Type="http://schemas.openxmlformats.org/officeDocument/2006/relationships/image" Target="../media/image1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494023" y="2030063"/>
            <a:ext cx="7854329" cy="4921498"/>
          </a:xfrm>
        </p:spPr>
        <p:txBody>
          <a:bodyPr>
            <a:normAutofit/>
          </a:bodyPr>
          <a:lstStyle/>
          <a:p>
            <a:r>
              <a:rPr lang="zh-CN" altLang="en-US" dirty="0"/>
              <a:t>对每一个逻辑门</a:t>
            </a:r>
            <a:r>
              <a:rPr lang="en-US" altLang="zh-CN" dirty="0"/>
              <a:t>G</a:t>
            </a:r>
            <a:r>
              <a:rPr lang="zh-CN" altLang="en-US" dirty="0"/>
              <a:t>计算其优化收益</a:t>
            </a:r>
            <a:r>
              <a:rPr lang="en-US" altLang="zh-CN" dirty="0"/>
              <a:t>Gain Factor</a:t>
            </a:r>
          </a:p>
          <a:p>
            <a:pPr lvl="1"/>
            <a:r>
              <a:rPr lang="zh-CN" altLang="en-US" dirty="0"/>
              <a:t>采用</a:t>
            </a:r>
            <a:r>
              <a:rPr lang="en-US" altLang="zh-CN" dirty="0"/>
              <a:t>FGATE</a:t>
            </a:r>
            <a:r>
              <a:rPr lang="zh-CN" altLang="en-US" dirty="0"/>
              <a:t>替换的优化方式，计算该方案的功耗收益</a:t>
            </a:r>
            <a:r>
              <a:rPr lang="en-US" altLang="zh-CN" dirty="0"/>
              <a:t>Gain</a:t>
            </a:r>
            <a:r>
              <a:rPr lang="zh-CN" altLang="en-US" dirty="0"/>
              <a:t>，功耗耗损</a:t>
            </a:r>
            <a:r>
              <a:rPr lang="en-US" altLang="zh-CN" dirty="0"/>
              <a:t>Cost</a:t>
            </a:r>
          </a:p>
          <a:p>
            <a:pPr lvl="1"/>
            <a:r>
              <a:rPr lang="zh-CN" altLang="en-US" dirty="0"/>
              <a:t>优化收益</a:t>
            </a:r>
            <a:r>
              <a:rPr lang="en-US" altLang="zh-CN" dirty="0"/>
              <a:t>Gain Factor = Gain – Cost</a:t>
            </a:r>
          </a:p>
          <a:p>
            <a:pPr lvl="1"/>
            <a:endParaRPr lang="en-US" altLang="zh-CN" dirty="0"/>
          </a:p>
          <a:p>
            <a:r>
              <a:rPr lang="zh-CN" altLang="en-US" dirty="0"/>
              <a:t>按照优化收益大小顺序，依次对电路网络中的逻辑门进行优化</a:t>
            </a:r>
            <a:endParaRPr lang="en-US" altLang="zh-CN" dirty="0"/>
          </a:p>
          <a:p>
            <a:pPr lvl="1"/>
            <a:r>
              <a:rPr lang="zh-CN" altLang="en-US" dirty="0"/>
              <a:t>定义优化的收益阈值 </a:t>
            </a:r>
            <a:r>
              <a:rPr lang="en-US" altLang="zh-CN" dirty="0"/>
              <a:t>T</a:t>
            </a:r>
          </a:p>
          <a:p>
            <a:pPr lvl="1"/>
            <a:r>
              <a:rPr lang="zh-CN" altLang="en-US" dirty="0"/>
              <a:t>针对</a:t>
            </a:r>
            <a:r>
              <a:rPr lang="en-US" altLang="zh-CN" dirty="0"/>
              <a:t>Gain Factor &gt; </a:t>
            </a:r>
            <a:r>
              <a:rPr lang="zh-CN" altLang="en-US" dirty="0"/>
              <a:t>收益阈值 </a:t>
            </a:r>
            <a:r>
              <a:rPr lang="en-US" altLang="zh-CN" dirty="0"/>
              <a:t>T </a:t>
            </a:r>
            <a:r>
              <a:rPr lang="zh-CN" altLang="en-US" dirty="0"/>
              <a:t>的逻辑门，采用</a:t>
            </a:r>
            <a:r>
              <a:rPr lang="en-US" altLang="zh-CN" dirty="0" err="1"/>
              <a:t>Fgate</a:t>
            </a:r>
            <a:r>
              <a:rPr lang="zh-CN" altLang="en-US" dirty="0"/>
              <a:t>结构对其进行替换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毛刺优化算法</a:t>
            </a:r>
            <a:r>
              <a:rPr lang="en-US" altLang="zh-CN" dirty="0"/>
              <a:t>——FGATE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366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33CC-44A8-427D-8357-A522AB8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D3C78B-E26A-9F9D-B595-452FB73B1D5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94026" y="1685678"/>
            <a:ext cx="5894900" cy="4921498"/>
          </a:xfrm>
        </p:spPr>
        <p:txBody>
          <a:bodyPr>
            <a:normAutofit/>
          </a:bodyPr>
          <a:lstStyle/>
          <a:p>
            <a:r>
              <a:rPr lang="zh-CN" altLang="en-US" dirty="0"/>
              <a:t>优化收益</a:t>
            </a:r>
            <a:r>
              <a:rPr lang="en-US" altLang="zh-CN" dirty="0"/>
              <a:t>Gain Factor = Gain - Cost</a:t>
            </a:r>
          </a:p>
          <a:p>
            <a:r>
              <a:rPr lang="en-US" altLang="zh-CN" dirty="0"/>
              <a:t>FGATE </a:t>
            </a:r>
            <a:r>
              <a:rPr lang="zh-CN" altLang="en-US" dirty="0"/>
              <a:t>功耗收益 </a:t>
            </a:r>
            <a:r>
              <a:rPr lang="en-US" altLang="zh-CN" dirty="0"/>
              <a:t>Gain </a:t>
            </a:r>
            <a:r>
              <a:rPr lang="zh-CN" altLang="en-US" dirty="0"/>
              <a:t>评估：</a:t>
            </a:r>
            <a:endParaRPr lang="en-US" altLang="zh-CN" dirty="0"/>
          </a:p>
          <a:p>
            <a:pPr lvl="1"/>
            <a:r>
              <a:rPr lang="zh-CN" altLang="en-US" dirty="0"/>
              <a:t>目前采用逻辑门信号的翻转率作为功耗评估指标</a:t>
            </a:r>
            <a:endParaRPr lang="en-US" altLang="zh-CN" dirty="0"/>
          </a:p>
          <a:p>
            <a:pPr lvl="2"/>
            <a:r>
              <a:rPr lang="zh-CN" altLang="en-US" dirty="0"/>
              <a:t>功耗收益</a:t>
            </a:r>
            <a:r>
              <a:rPr lang="en-US" altLang="zh-CN" dirty="0"/>
              <a:t>=</a:t>
            </a:r>
            <a:r>
              <a:rPr lang="zh-CN" altLang="en-US" dirty="0"/>
              <a:t>原逻辑门信号翻转率 </a:t>
            </a:r>
            <a:r>
              <a:rPr lang="en-US" altLang="zh-CN" dirty="0"/>
              <a:t>- FGATE</a:t>
            </a:r>
            <a:r>
              <a:rPr lang="zh-CN" altLang="en-US" dirty="0"/>
              <a:t>信号翻转率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FGATE </a:t>
            </a:r>
            <a:r>
              <a:rPr lang="zh-CN" altLang="en-US" dirty="0"/>
              <a:t>功耗耗损 </a:t>
            </a:r>
            <a:r>
              <a:rPr lang="en-US" altLang="zh-CN" dirty="0"/>
              <a:t>Cost </a:t>
            </a:r>
            <a:r>
              <a:rPr lang="zh-CN" altLang="en-US" dirty="0"/>
              <a:t>评估：</a:t>
            </a:r>
            <a:endParaRPr lang="en-US" altLang="zh-CN" dirty="0"/>
          </a:p>
          <a:p>
            <a:pPr lvl="1"/>
            <a:r>
              <a:rPr lang="en-US" altLang="zh-CN" dirty="0"/>
              <a:t>FGATE</a:t>
            </a:r>
            <a:r>
              <a:rPr lang="zh-CN" altLang="en-US" dirty="0"/>
              <a:t>结构损耗：</a:t>
            </a:r>
            <a:r>
              <a:rPr lang="en-US" altLang="zh-CN" dirty="0"/>
              <a:t>FGATE</a:t>
            </a:r>
            <a:r>
              <a:rPr lang="zh-CN" altLang="en-US" dirty="0"/>
              <a:t>相对于原逻辑门引入更多的晶体管所造成的功耗</a:t>
            </a:r>
            <a:endParaRPr lang="en-US" altLang="zh-CN" dirty="0"/>
          </a:p>
          <a:p>
            <a:pPr lvl="1"/>
            <a:r>
              <a:rPr lang="zh-CN" altLang="en-US" dirty="0"/>
              <a:t>使能信号损耗：生成使能信号的延迟链功耗</a:t>
            </a:r>
            <a:endParaRPr lang="en-US" altLang="zh-CN" dirty="0"/>
          </a:p>
          <a:p>
            <a:pPr lvl="1"/>
            <a:r>
              <a:rPr lang="en-US" altLang="zh-CN" dirty="0"/>
              <a:t>Cost = FGATE</a:t>
            </a:r>
            <a:r>
              <a:rPr lang="zh-CN" altLang="en-US" dirty="0"/>
              <a:t>结构损耗</a:t>
            </a:r>
            <a:r>
              <a:rPr lang="en-US" altLang="zh-CN" dirty="0"/>
              <a:t>+ </a:t>
            </a:r>
            <a:r>
              <a:rPr lang="zh-CN" altLang="en-US" dirty="0"/>
              <a:t>使能信号损耗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B97FD0-8EA6-3512-5DDF-82553234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毛刺优化算法</a:t>
            </a:r>
            <a:r>
              <a:rPr lang="en-US" altLang="zh-CN" dirty="0"/>
              <a:t>——FGATE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039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33CC-44A8-427D-8357-A522AB8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D3C78B-E26A-9F9D-B595-452FB73B1D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B97FD0-8EA6-3512-5DDF-82553234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毛刺优化算法流程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6860E58-8725-4549-B26D-17A30191B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15" y="2470150"/>
            <a:ext cx="8898569" cy="297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15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33CC-44A8-427D-8357-A522AB8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D3C78B-E26A-9F9D-B595-452FB73B1D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B97FD0-8EA6-3512-5DDF-82553234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FGATE</a:t>
            </a:r>
            <a:r>
              <a:rPr lang="zh-CN" altLang="en-US" dirty="0"/>
              <a:t>替换查找算法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33A146-A54B-4B48-ABBF-9AC1BE13D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24" y="1623557"/>
            <a:ext cx="8051381" cy="504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1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33CC-44A8-427D-8357-A522AB8C5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1D3C78B-E26A-9F9D-B595-452FB73B1D5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7B97FD0-8EA6-3512-5DDF-825532349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FGATE</a:t>
            </a:r>
            <a:r>
              <a:rPr lang="zh-CN" altLang="en-US" dirty="0"/>
              <a:t>替换查找算法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AA8CC06-F418-46C2-BF3A-FC107A329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586" y="2200938"/>
            <a:ext cx="1951140" cy="1314033"/>
          </a:xfrm>
          <a:prstGeom prst="rect">
            <a:avLst/>
          </a:prstGeom>
        </p:spPr>
      </p:pic>
      <p:sp>
        <p:nvSpPr>
          <p:cNvPr id="6" name="内容占位符 4">
            <a:extLst>
              <a:ext uri="{FF2B5EF4-FFF2-40B4-BE49-F238E27FC236}">
                <a16:creationId xmlns:a16="http://schemas.microsoft.com/office/drawing/2014/main" id="{F510626E-B07C-444B-81C5-22F6B152EFC7}"/>
              </a:ext>
            </a:extLst>
          </p:cNvPr>
          <p:cNvSpPr txBox="1">
            <a:spLocks/>
          </p:cNvSpPr>
          <p:nvPr/>
        </p:nvSpPr>
        <p:spPr>
          <a:xfrm>
            <a:off x="494023" y="2051415"/>
            <a:ext cx="8372163" cy="35057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Calibri" panose="020F0502020204030204" pitchFamily="34" charset="0"/>
              <a:buChar char="▪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err="1"/>
              <a:t>FGate</a:t>
            </a:r>
            <a:r>
              <a:rPr lang="zh-CN" altLang="en-US" dirty="0"/>
              <a:t>功耗增益</a:t>
            </a:r>
            <a:r>
              <a:rPr lang="en-US" altLang="zh-CN" dirty="0"/>
              <a:t>FG</a:t>
            </a:r>
            <a:r>
              <a:rPr lang="zh-CN" altLang="en-US" dirty="0"/>
              <a:t>的计算：</a:t>
            </a:r>
            <a:endParaRPr lang="en-US" altLang="zh-CN" dirty="0"/>
          </a:p>
          <a:p>
            <a:pPr lvl="1"/>
            <a:r>
              <a:rPr lang="zh-CN" altLang="en-US" dirty="0"/>
              <a:t>功耗采用信号翻转率作为指标评估</a:t>
            </a:r>
            <a:endParaRPr lang="en-US" altLang="zh-CN" dirty="0"/>
          </a:p>
          <a:p>
            <a:pPr lvl="1"/>
            <a:r>
              <a:rPr lang="zh-CN" altLang="en-US" dirty="0"/>
              <a:t>约定</a:t>
            </a:r>
            <a:r>
              <a:rPr lang="en-US" altLang="zh-CN" dirty="0"/>
              <a:t>FGATE</a:t>
            </a:r>
            <a:r>
              <a:rPr lang="zh-CN" altLang="en-US" dirty="0"/>
              <a:t>的优化效果为完全消除毛刺翻转信号</a:t>
            </a:r>
            <a:endParaRPr lang="en-US" altLang="zh-CN" dirty="0"/>
          </a:p>
          <a:p>
            <a:pPr lvl="1"/>
            <a:r>
              <a:rPr lang="zh-CN" altLang="en-US" dirty="0"/>
              <a:t>功耗增益</a:t>
            </a:r>
            <a:r>
              <a:rPr lang="en-US" altLang="zh-CN" dirty="0"/>
              <a:t>FG = </a:t>
            </a:r>
            <a:r>
              <a:rPr lang="zh-CN" altLang="en-US" dirty="0"/>
              <a:t>信号</a:t>
            </a:r>
            <a:r>
              <a:rPr lang="zh-CN" altLang="en-US" dirty="0">
                <a:solidFill>
                  <a:srgbClr val="FF0000"/>
                </a:solidFill>
              </a:rPr>
              <a:t>毛刺翻转率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/>
              <a:t>信号翻转率的计算与统计方案：</a:t>
            </a:r>
            <a:endParaRPr lang="en-US" altLang="zh-CN" dirty="0"/>
          </a:p>
          <a:p>
            <a:pPr lvl="1"/>
            <a:r>
              <a:rPr lang="zh-CN" altLang="en-US" dirty="0"/>
              <a:t>采用</a:t>
            </a:r>
            <a:r>
              <a:rPr lang="en-US" altLang="zh-CN" dirty="0" err="1"/>
              <a:t>Vsim</a:t>
            </a:r>
            <a:r>
              <a:rPr lang="zh-CN" altLang="en-US" dirty="0"/>
              <a:t>进行仿真得到网络中各信号的活动性统计结果</a:t>
            </a:r>
            <a:r>
              <a:rPr lang="en-US" altLang="zh-CN" dirty="0"/>
              <a:t>SAIF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dirty="0"/>
              <a:t>对网络中各逻辑门标记其活动性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0B852B-A4D3-4027-9A9F-0406CEF70F95}"/>
              </a:ext>
            </a:extLst>
          </p:cNvPr>
          <p:cNvCxnSpPr>
            <a:cxnSpLocks/>
          </p:cNvCxnSpPr>
          <p:nvPr/>
        </p:nvCxnSpPr>
        <p:spPr>
          <a:xfrm>
            <a:off x="385948" y="3918706"/>
            <a:ext cx="82652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5386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7E94-33D8-631D-F94F-4A237E04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b="1" dirty="0">
                    <a:solidFill>
                      <a:srgbClr val="FF0000"/>
                    </a:solidFill>
                  </a:rPr>
                  <a:t>毛刺统计数据均来自于</a:t>
                </a:r>
                <a:r>
                  <a:rPr lang="en-US" altLang="zh-CN" b="1" dirty="0">
                    <a:solidFill>
                      <a:srgbClr val="FF0000"/>
                    </a:solidFill>
                  </a:rPr>
                  <a:t>VSIM</a:t>
                </a:r>
                <a:r>
                  <a:rPr lang="zh-CN" altLang="en-US" b="1" dirty="0">
                    <a:solidFill>
                      <a:srgbClr val="FF0000"/>
                    </a:solidFill>
                  </a:rPr>
                  <a:t>门级网表仿真</a:t>
                </a:r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r>
                  <a:rPr lang="zh-CN" altLang="en-US" dirty="0">
                    <a:solidFill>
                      <a:srgbClr val="7030A0"/>
                    </a:solidFill>
                  </a:rPr>
                  <a:t>乘法器内标准逻辑门的无毛刺翻转率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约为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0.5</a:t>
                </a:r>
              </a:p>
              <a:p>
                <a:r>
                  <a:rPr lang="zh-CN" altLang="en-US" dirty="0"/>
                  <a:t>乘法器内逻辑门的毛刺翻转率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为总翻转率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zh-CN" altLang="en-US" dirty="0"/>
                  <a:t>减去无毛刺翻转率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b="0" dirty="0"/>
              </a:p>
              <a:p>
                <a:r>
                  <a:rPr lang="zh-CN" altLang="en-US" dirty="0"/>
                  <a:t>乘法器共计</a:t>
                </a:r>
                <a:r>
                  <a:rPr lang="en-US" altLang="zh-CN" dirty="0"/>
                  <a:t>10058</a:t>
                </a:r>
                <a:r>
                  <a:rPr lang="zh-CN" altLang="en-US" dirty="0"/>
                  <a:t>个逻辑门，其中：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无毛刺翻转率总和为</a:t>
                </a:r>
                <a:r>
                  <a:rPr lang="en-US" altLang="zh-CN" dirty="0"/>
                  <a:t>4419.99</a:t>
                </a:r>
              </a:p>
              <a:p>
                <a:pPr lvl="1"/>
                <a:r>
                  <a:rPr lang="zh-CN" altLang="en-US" b="0" dirty="0"/>
                  <a:t>毛刺翻转率总和为</a:t>
                </a:r>
                <a:r>
                  <a:rPr lang="en-US" altLang="zh-CN" b="0" dirty="0"/>
                  <a:t>1461.42</a:t>
                </a:r>
                <a:r>
                  <a:rPr lang="zh-CN" altLang="en-US" b="0" dirty="0"/>
                  <a:t>，占无毛刺翻转的</a:t>
                </a:r>
                <a:r>
                  <a:rPr lang="en-US" altLang="zh-CN" b="1" dirty="0"/>
                  <a:t>33%</a:t>
                </a:r>
              </a:p>
              <a:p>
                <a:r>
                  <a:rPr lang="zh-CN" altLang="en-US" b="0" dirty="0"/>
                  <a:t>逻辑门毛刺翻转率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dirty="0"/>
                  <a:t>大于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的逻辑门共计 </a:t>
                </a:r>
                <a:r>
                  <a:rPr lang="en-US" altLang="zh-CN" b="1" dirty="0"/>
                  <a:t>482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个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该部分逻辑门毛刺翻转率总和为</a:t>
                </a:r>
                <a:r>
                  <a:rPr lang="en-US" altLang="zh-CN" dirty="0"/>
                  <a:t>702.70</a:t>
                </a:r>
                <a:r>
                  <a:rPr lang="zh-CN" altLang="en-US" dirty="0"/>
                  <a:t>，占乘法器毛刺翻转率总和的</a:t>
                </a:r>
                <a:r>
                  <a:rPr lang="en-US" altLang="zh-CN" b="1" dirty="0"/>
                  <a:t>48%</a:t>
                </a:r>
              </a:p>
              <a:p>
                <a:pPr lvl="1"/>
                <a:r>
                  <a:rPr lang="zh-CN" altLang="en-US" b="1" dirty="0"/>
                  <a:t>其中，有</a:t>
                </a:r>
                <a:r>
                  <a:rPr lang="en-US" altLang="zh-CN" b="1" dirty="0"/>
                  <a:t>135</a:t>
                </a:r>
                <a:r>
                  <a:rPr lang="zh-CN" altLang="en-US" b="1" dirty="0"/>
                  <a:t>个逻辑门输入信号全部来自于这部分逻辑门</a:t>
                </a:r>
                <a:endParaRPr lang="en-US" altLang="zh-CN" b="1" dirty="0"/>
              </a:p>
              <a:p>
                <a:pPr lvl="2"/>
                <a:r>
                  <a:rPr lang="zh-CN" altLang="en-US" b="1" dirty="0"/>
                  <a:t>可能通过调整扇入逻辑门的使能信号延迟，优化这部分逻辑门的毛刺，降低</a:t>
                </a:r>
                <a:r>
                  <a:rPr lang="en-US" altLang="zh-CN" b="1" dirty="0"/>
                  <a:t>FGATE</a:t>
                </a:r>
                <a:r>
                  <a:rPr lang="zh-CN" altLang="en-US" b="1" dirty="0"/>
                  <a:t>替换数量，降低功耗耗损</a:t>
                </a:r>
                <a:endParaRPr lang="en-US" altLang="zh-CN" b="1" dirty="0"/>
              </a:p>
            </p:txBody>
          </p:sp>
        </mc:Choice>
        <mc:Fallback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  <a:blipFill>
                <a:blip r:embed="rId2"/>
                <a:stretch>
                  <a:fillRect l="-783" t="-632" b="-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37D045D-B815-68D3-819E-92E6ECD7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乘法器毛刺情况</a:t>
            </a:r>
          </a:p>
        </p:txBody>
      </p:sp>
    </p:spTree>
    <p:extLst>
      <p:ext uri="{BB962C8B-B14F-4D97-AF65-F5344CB8AC3E}">
        <p14:creationId xmlns:p14="http://schemas.microsoft.com/office/powerpoint/2010/main" val="321121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7E94-33D8-631D-F94F-4A237E04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D37D045D-B815-68D3-819E-92E6ECD7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乘法器毛刺情况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A3D472-02EC-470D-897E-D40589E95B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62393" y="3707113"/>
            <a:ext cx="8556168" cy="3470523"/>
          </a:xfrm>
        </p:spPr>
        <p:txBody>
          <a:bodyPr/>
          <a:lstStyle/>
          <a:p>
            <a:r>
              <a:rPr lang="zh-CN" altLang="en-US" dirty="0"/>
              <a:t>图示中标示了各信号的高电平概率</a:t>
            </a:r>
            <a:r>
              <a:rPr lang="en-US" altLang="zh-CN" dirty="0"/>
              <a:t>P(1)</a:t>
            </a:r>
          </a:p>
          <a:p>
            <a:r>
              <a:rPr lang="zh-CN" altLang="en-US" dirty="0"/>
              <a:t>乘法器电路在经过一级与门后，由数级异或门构成</a:t>
            </a:r>
            <a:endParaRPr lang="en-US" altLang="zh-CN" dirty="0"/>
          </a:p>
          <a:p>
            <a:r>
              <a:rPr lang="zh-CN" altLang="en-US" dirty="0"/>
              <a:t>信号高电平概率</a:t>
            </a:r>
            <a:r>
              <a:rPr lang="en-US" altLang="zh-CN" dirty="0"/>
              <a:t>P(1)</a:t>
            </a:r>
            <a:r>
              <a:rPr lang="zh-CN" altLang="en-US" dirty="0"/>
              <a:t>在经过</a:t>
            </a:r>
            <a:r>
              <a:rPr lang="en-US" altLang="zh-CN" dirty="0"/>
              <a:t>3</a:t>
            </a:r>
            <a:r>
              <a:rPr lang="zh-CN" altLang="en-US" dirty="0"/>
              <a:t>级异或门后，概率重新回到</a:t>
            </a:r>
            <a:r>
              <a:rPr lang="en-US" altLang="zh-CN" dirty="0"/>
              <a:t>0.5</a:t>
            </a:r>
          </a:p>
          <a:p>
            <a:r>
              <a:rPr lang="zh-CN" altLang="en-US" dirty="0"/>
              <a:t>对于之后的电路</a:t>
            </a:r>
            <a:r>
              <a:rPr lang="zh-CN" altLang="en-US"/>
              <a:t>，异或门信号的</a:t>
            </a:r>
            <a:r>
              <a:rPr lang="zh-CN" altLang="en-US" dirty="0"/>
              <a:t>翻转率约为</a:t>
            </a:r>
            <a:r>
              <a:rPr lang="en-US" altLang="zh-CN" dirty="0"/>
              <a:t>0.5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56A401D-9541-4738-A0B0-6DB52D3AE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393" y="2564114"/>
            <a:ext cx="8675069" cy="8648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40375A55-FB31-4CA8-B4B4-FC68A7DBB4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62393" y="1717675"/>
                <a:ext cx="8556169" cy="48262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▪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>
                    <a:solidFill>
                      <a:srgbClr val="7030A0"/>
                    </a:solidFill>
                  </a:rPr>
                  <a:t>乘法器内标准逻辑门的无毛刺翻转率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rgbClr val="7030A0"/>
                    </a:solidFill>
                  </a:rPr>
                  <a:t>约为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0.5</a:t>
                </a:r>
              </a:p>
            </p:txBody>
          </p:sp>
        </mc:Choice>
        <mc:Fallback>
          <p:sp>
            <p:nvSpPr>
              <p:cNvPr id="10" name="内容占位符 4">
                <a:extLst>
                  <a:ext uri="{FF2B5EF4-FFF2-40B4-BE49-F238E27FC236}">
                    <a16:creationId xmlns:a16="http://schemas.microsoft.com/office/drawing/2014/main" id="{40375A55-FB31-4CA8-B4B4-FC68A7DBB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393" y="1717675"/>
                <a:ext cx="8556169" cy="4826248"/>
              </a:xfrm>
              <a:prstGeom prst="rect">
                <a:avLst/>
              </a:prstGeom>
              <a:blipFill>
                <a:blip r:embed="rId3"/>
                <a:stretch>
                  <a:fillRect l="-783" t="-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6338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7E94-33D8-631D-F94F-4A237E04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200" dirty="0"/>
                  <a:t>乘法器共计</a:t>
                </a:r>
                <a:r>
                  <a:rPr lang="en-US" altLang="zh-CN" sz="2200" dirty="0"/>
                  <a:t>10058</a:t>
                </a:r>
                <a:r>
                  <a:rPr lang="zh-CN" altLang="en-US" sz="2200" dirty="0"/>
                  <a:t>个逻辑门，其中：</a:t>
                </a:r>
                <a:endParaRPr lang="en-US" altLang="zh-CN" sz="2200" dirty="0"/>
              </a:p>
              <a:p>
                <a:pPr lvl="1"/>
                <a:r>
                  <a:rPr lang="zh-CN" altLang="en-US" sz="2000" dirty="0"/>
                  <a:t>无毛刺翻转率总和为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4419.99</a:t>
                </a:r>
              </a:p>
              <a:p>
                <a:pPr lvl="1"/>
                <a:r>
                  <a:rPr lang="zh-CN" altLang="en-US" sz="2000" b="0" dirty="0"/>
                  <a:t>毛刺翻转率总和为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1461.42</a:t>
                </a:r>
                <a:r>
                  <a:rPr lang="zh-CN" altLang="en-US" sz="2000" b="0" dirty="0"/>
                  <a:t>，占无毛刺翻转的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33%</a:t>
                </a:r>
              </a:p>
              <a:p>
                <a:r>
                  <a:rPr lang="zh-CN" altLang="en-US" sz="2200" b="0" dirty="0"/>
                  <a:t>逻辑门毛刺翻转率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zh-CN" altLang="en-US" sz="2200" dirty="0"/>
                  <a:t>大于</a:t>
                </a:r>
                <a:r>
                  <a:rPr lang="en-US" altLang="zh-CN" sz="2200" dirty="0"/>
                  <a:t>1</a:t>
                </a:r>
                <a:r>
                  <a:rPr lang="zh-CN" altLang="en-US" sz="2200" dirty="0"/>
                  <a:t>的逻辑门共计 </a:t>
                </a:r>
                <a:r>
                  <a:rPr lang="en-US" altLang="zh-CN" sz="2200" b="1" dirty="0"/>
                  <a:t>482</a:t>
                </a:r>
                <a:r>
                  <a:rPr lang="en-US" altLang="zh-CN" sz="2200" dirty="0"/>
                  <a:t> </a:t>
                </a:r>
                <a:r>
                  <a:rPr lang="zh-CN" altLang="en-US" sz="2200" dirty="0"/>
                  <a:t>个</a:t>
                </a:r>
                <a:endParaRPr lang="en-US" altLang="zh-CN" sz="2200" dirty="0"/>
              </a:p>
              <a:p>
                <a:pPr lvl="1"/>
                <a:r>
                  <a:rPr lang="zh-CN" altLang="en-US" sz="2000" dirty="0"/>
                  <a:t>该部分逻辑门毛刺翻转率总和为</a:t>
                </a:r>
                <a:r>
                  <a:rPr lang="en-US" altLang="zh-CN" sz="2000" b="1" dirty="0">
                    <a:solidFill>
                      <a:srgbClr val="FF0000"/>
                    </a:solidFill>
                  </a:rPr>
                  <a:t>702.70</a:t>
                </a:r>
              </a:p>
              <a:p>
                <a:pPr lvl="2"/>
                <a:r>
                  <a:rPr lang="zh-CN" altLang="en-US" sz="1800" dirty="0"/>
                  <a:t>占乘法器毛刺翻转率总和的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48%</a:t>
                </a:r>
              </a:p>
              <a:p>
                <a:pPr lvl="2"/>
                <a:r>
                  <a:rPr lang="zh-CN" altLang="en-US" sz="1800" dirty="0"/>
                  <a:t>占总体毛刺翻转率的</a:t>
                </a:r>
                <a:r>
                  <a:rPr lang="en-US" altLang="zh-CN" sz="1800" b="1" dirty="0">
                    <a:solidFill>
                      <a:srgbClr val="FF0000"/>
                    </a:solidFill>
                  </a:rPr>
                  <a:t>11.94%</a:t>
                </a:r>
              </a:p>
              <a:p>
                <a:r>
                  <a:rPr lang="zh-CN" altLang="en-US" sz="2200" dirty="0"/>
                  <a:t>在不考虑</a:t>
                </a:r>
                <a:r>
                  <a:rPr lang="en-US" altLang="zh-CN" sz="2200" dirty="0"/>
                  <a:t>FGATE</a:t>
                </a:r>
                <a:r>
                  <a:rPr lang="zh-CN" altLang="en-US" sz="2200" dirty="0"/>
                  <a:t>引入的功耗下，优化空间仅为</a:t>
                </a:r>
                <a:r>
                  <a:rPr lang="en-US" altLang="zh-CN" sz="2200" b="1" dirty="0">
                    <a:solidFill>
                      <a:srgbClr val="FF0000"/>
                    </a:solidFill>
                  </a:rPr>
                  <a:t>11.94%</a:t>
                </a:r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  <a:blipFill>
                <a:blip r:embed="rId2"/>
                <a:stretch>
                  <a:fillRect l="-926" t="-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37D045D-B815-68D3-819E-92E6ECD7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乘法器毛刺情况</a:t>
            </a:r>
          </a:p>
        </p:txBody>
      </p:sp>
    </p:spTree>
    <p:extLst>
      <p:ext uri="{BB962C8B-B14F-4D97-AF65-F5344CB8AC3E}">
        <p14:creationId xmlns:p14="http://schemas.microsoft.com/office/powerpoint/2010/main" val="2772471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F7E94-33D8-631D-F94F-4A237E04E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α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𝐶𝑉</m:t>
                          </m:r>
                        </m:e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altLang="zh-CN" sz="2000" dirty="0"/>
              </a:p>
              <a:p>
                <a:r>
                  <a:rPr lang="zh-CN" altLang="en-US" dirty="0"/>
                  <a:t>使能信号电路为一条高翻转率的缓冲器延迟链：</a:t>
                </a:r>
                <a:endParaRPr lang="en-US" altLang="zh-CN" dirty="0"/>
              </a:p>
              <a:p>
                <a:endParaRPr lang="en-US" altLang="zh-CN" sz="2000" dirty="0"/>
              </a:p>
              <a:p>
                <a:endParaRPr lang="en-US" altLang="zh-CN" dirty="0"/>
              </a:p>
              <a:p>
                <a:r>
                  <a:rPr lang="zh-CN" altLang="en-US" sz="2000" dirty="0"/>
                  <a:t>每个缓存器翻转率为</a:t>
                </a:r>
                <a:r>
                  <a:rPr lang="en-US" altLang="zh-CN" sz="2000" dirty="0"/>
                  <a:t>2</a:t>
                </a:r>
              </a:p>
              <a:p>
                <a:r>
                  <a:rPr lang="zh-CN" altLang="en-US" dirty="0"/>
                  <a:t>按</a:t>
                </a:r>
                <a:r>
                  <a:rPr lang="en-US" altLang="zh-CN" dirty="0"/>
                  <a:t>50</a:t>
                </a:r>
                <a:r>
                  <a:rPr lang="zh-CN" altLang="en-US" dirty="0"/>
                  <a:t>个缓冲器构成的延迟链估计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造成的功耗开销（翻转率总和）共计为</a:t>
                </a:r>
                <a:r>
                  <a:rPr lang="en-US" altLang="zh-CN" dirty="0"/>
                  <a:t>100</a:t>
                </a:r>
                <a:r>
                  <a:rPr lang="zh-CN" altLang="en-US" dirty="0"/>
                  <a:t>（毛刺优化空间为</a:t>
                </a:r>
                <a:r>
                  <a:rPr lang="en-US" altLang="zh-CN" dirty="0"/>
                  <a:t>700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endParaRPr lang="en-US" altLang="zh-CN" sz="2000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C4FC6C4F-D064-8337-D335-DD0EA9217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0"/>
              </p:nvPr>
            </p:nvSpPr>
            <p:spPr>
              <a:xfrm>
                <a:off x="262393" y="1717675"/>
                <a:ext cx="8556169" cy="4826248"/>
              </a:xfrm>
              <a:blipFill>
                <a:blip r:embed="rId2"/>
                <a:stretch>
                  <a:fillRect l="-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>
            <a:extLst>
              <a:ext uri="{FF2B5EF4-FFF2-40B4-BE49-F238E27FC236}">
                <a16:creationId xmlns:a16="http://schemas.microsoft.com/office/drawing/2014/main" id="{D37D045D-B815-68D3-819E-92E6ECD7F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93" y="975600"/>
            <a:ext cx="8556169" cy="576000"/>
          </a:xfrm>
        </p:spPr>
        <p:txBody>
          <a:bodyPr anchor="ctr">
            <a:normAutofit/>
          </a:bodyPr>
          <a:lstStyle/>
          <a:p>
            <a:r>
              <a:rPr lang="zh-CN" altLang="en-US" dirty="0"/>
              <a:t>乘法器毛刺情况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7D624BFE-2AEE-4EA1-8AE1-0B680766A2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769848"/>
              </p:ext>
            </p:extLst>
          </p:nvPr>
        </p:nvGraphicFramePr>
        <p:xfrm>
          <a:off x="4403811" y="2489200"/>
          <a:ext cx="9144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14400" imgH="177120" progId="Equation.DSMT4">
                  <p:embed/>
                </p:oleObj>
              </mc:Choice>
              <mc:Fallback>
                <p:oleObj name="Equation" r:id="rId3" imgW="914400" imgH="17712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7D624BFE-2AEE-4EA1-8AE1-0B680766A2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3811" y="2489200"/>
                        <a:ext cx="9144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D0F2549C-5AFA-4657-8017-8F7C2E7EE0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640" y="3227001"/>
            <a:ext cx="6438341" cy="7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87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  <a:ea typeface="+mn-ea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1362973645"/>
      </p:ext>
    </p:extLst>
  </p:cSld>
  <p:clrMapOvr>
    <a:masterClrMapping/>
  </p:clrMapOvr>
</p:sld>
</file>

<file path=ppt/theme/theme1.xml><?xml version="1.0" encoding="utf-8"?>
<a:theme xmlns:a="http://schemas.openxmlformats.org/drawingml/2006/main" name="2016-VI主题-蓝">
  <a:themeElements>
    <a:clrScheme name="VI蓝色版">
      <a:dk1>
        <a:srgbClr val="000000"/>
      </a:dk1>
      <a:lt1>
        <a:srgbClr val="FFFFFF"/>
      </a:lt1>
      <a:dk2>
        <a:srgbClr val="BD9F68"/>
      </a:dk2>
      <a:lt2>
        <a:srgbClr val="B5B5B6"/>
      </a:lt2>
      <a:accent1>
        <a:srgbClr val="004098"/>
      </a:accent1>
      <a:accent2>
        <a:srgbClr val="0086D1"/>
      </a:accent2>
      <a:accent3>
        <a:srgbClr val="338D27"/>
      </a:accent3>
      <a:accent4>
        <a:srgbClr val="00514E"/>
      </a:accent4>
      <a:accent5>
        <a:srgbClr val="FDD000"/>
      </a:accent5>
      <a:accent6>
        <a:srgbClr val="F08300"/>
      </a:accent6>
      <a:hlink>
        <a:srgbClr val="B5B5B6"/>
      </a:hlink>
      <a:folHlink>
        <a:srgbClr val="BD9F68"/>
      </a:folHlink>
    </a:clrScheme>
    <a:fontScheme name="自定义 7">
      <a:majorFont>
        <a:latin typeface="等线"/>
        <a:ea typeface="等线"/>
        <a:cs typeface=""/>
      </a:majorFont>
      <a:minorFont>
        <a:latin typeface="等线 Light"/>
        <a:ea typeface="等线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16-VI主题-蓝" id="{1B918C6D-2D61-4306-88BA-3CA31BAAF13F}" vid="{A734D909-B61D-48C4-8B37-4CE497344009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2016-VI主题-蓝</Template>
  <TotalTime>2386</TotalTime>
  <Words>641</Words>
  <Application>Microsoft Office PowerPoint</Application>
  <PresentationFormat>全屏显示(4:3)</PresentationFormat>
  <Paragraphs>72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微软雅黑</vt:lpstr>
      <vt:lpstr>Arial</vt:lpstr>
      <vt:lpstr>Calibri</vt:lpstr>
      <vt:lpstr>Cambria Math</vt:lpstr>
      <vt:lpstr>2016-VI主题-蓝</vt:lpstr>
      <vt:lpstr>Equation</vt:lpstr>
      <vt:lpstr>毛刺优化算法——FGATE</vt:lpstr>
      <vt:lpstr>毛刺优化算法——FGATE</vt:lpstr>
      <vt:lpstr>毛刺优化算法流程</vt:lpstr>
      <vt:lpstr>FGATE替换查找算法</vt:lpstr>
      <vt:lpstr>FGATE替换查找算法</vt:lpstr>
      <vt:lpstr>乘法器毛刺情况</vt:lpstr>
      <vt:lpstr>乘法器毛刺情况</vt:lpstr>
      <vt:lpstr>乘法器毛刺情况</vt:lpstr>
      <vt:lpstr>乘法器毛刺情况</vt:lpstr>
      <vt:lpstr>谢谢！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沈小丹</dc:creator>
  <cp:lastModifiedBy>宇鑫 陈</cp:lastModifiedBy>
  <cp:revision>48</cp:revision>
  <dcterms:created xsi:type="dcterms:W3CDTF">2016-04-20T02:59:17Z</dcterms:created>
  <dcterms:modified xsi:type="dcterms:W3CDTF">2025-09-23T02:24:03Z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2025-09-09T02:28:33Z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ecf2e1ee-389b-4663-a45c-799b4d57de53</vt:lpwstr>
  </property>
  <property fmtid="{D5CDD505-2E9C-101B-9397-08002B2CF9AE}" pid="7" name="MSIP_Label_defa4170-0d19-0005-0004-bc88714345d2_ActionId">
    <vt:lpwstr>1f323a07-d926-4edf-9af4-ca17f7f91ac5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