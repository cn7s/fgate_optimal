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11"/>
  </p:notesMasterIdLst>
  <p:handoutMasterIdLst>
    <p:handoutMasterId r:id="rId12"/>
  </p:handoutMasterIdLst>
  <p:sldIdLst>
    <p:sldId id="287" r:id="rId2"/>
    <p:sldId id="265" r:id="rId3"/>
    <p:sldId id="285" r:id="rId4"/>
    <p:sldId id="286" r:id="rId5"/>
    <p:sldId id="288" r:id="rId6"/>
    <p:sldId id="289" r:id="rId7"/>
    <p:sldId id="290" r:id="rId8"/>
    <p:sldId id="291" r:id="rId9"/>
    <p:sldId id="282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B1D8"/>
    <a:srgbClr val="3F6E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8950FB-C181-41DD-B7BA-9A434F624C05}" v="189" dt="2025-09-12T12:34:07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496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宇鑫 陈" userId="0c02506f-801f-4aa8-94fe-5f10b8b44a7e" providerId="ADAL" clId="{219A5CA8-69D5-4869-A96E-31A345C750E6}"/>
    <pc:docChg chg="undo custSel mod addSld delSld modSld sldOrd">
      <pc:chgData name="宇鑫 陈" userId="0c02506f-801f-4aa8-94fe-5f10b8b44a7e" providerId="ADAL" clId="{219A5CA8-69D5-4869-A96E-31A345C750E6}" dt="2025-09-12T13:11:47.361" v="6609" actId="207"/>
      <pc:docMkLst>
        <pc:docMk/>
      </pc:docMkLst>
      <pc:sldChg chg="del">
        <pc:chgData name="宇鑫 陈" userId="0c02506f-801f-4aa8-94fe-5f10b8b44a7e" providerId="ADAL" clId="{219A5CA8-69D5-4869-A96E-31A345C750E6}" dt="2025-09-09T10:40:49.426" v="4183" actId="47"/>
        <pc:sldMkLst>
          <pc:docMk/>
          <pc:sldMk cId="1691820105" sldId="256"/>
        </pc:sldMkLst>
      </pc:sldChg>
      <pc:sldChg chg="del">
        <pc:chgData name="宇鑫 陈" userId="0c02506f-801f-4aa8-94fe-5f10b8b44a7e" providerId="ADAL" clId="{219A5CA8-69D5-4869-A96E-31A345C750E6}" dt="2025-09-09T10:40:48.713" v="4182" actId="47"/>
        <pc:sldMkLst>
          <pc:docMk/>
          <pc:sldMk cId="2049770824" sldId="259"/>
        </pc:sldMkLst>
      </pc:sldChg>
      <pc:sldChg chg="del">
        <pc:chgData name="宇鑫 陈" userId="0c02506f-801f-4aa8-94fe-5f10b8b44a7e" providerId="ADAL" clId="{219A5CA8-69D5-4869-A96E-31A345C750E6}" dt="2025-09-09T10:40:50.010" v="4184" actId="47"/>
        <pc:sldMkLst>
          <pc:docMk/>
          <pc:sldMk cId="3155251148" sldId="260"/>
        </pc:sldMkLst>
      </pc:sldChg>
      <pc:sldChg chg="del">
        <pc:chgData name="宇鑫 陈" userId="0c02506f-801f-4aa8-94fe-5f10b8b44a7e" providerId="ADAL" clId="{219A5CA8-69D5-4869-A96E-31A345C750E6}" dt="2025-09-09T10:40:50.582" v="4185" actId="47"/>
        <pc:sldMkLst>
          <pc:docMk/>
          <pc:sldMk cId="1846209069" sldId="261"/>
        </pc:sldMkLst>
      </pc:sldChg>
      <pc:sldChg chg="del">
        <pc:chgData name="宇鑫 陈" userId="0c02506f-801f-4aa8-94fe-5f10b8b44a7e" providerId="ADAL" clId="{219A5CA8-69D5-4869-A96E-31A345C750E6}" dt="2025-09-09T10:40:51.162" v="4186" actId="47"/>
        <pc:sldMkLst>
          <pc:docMk/>
          <pc:sldMk cId="233054111" sldId="262"/>
        </pc:sldMkLst>
      </pc:sldChg>
      <pc:sldChg chg="del">
        <pc:chgData name="宇鑫 陈" userId="0c02506f-801f-4aa8-94fe-5f10b8b44a7e" providerId="ADAL" clId="{219A5CA8-69D5-4869-A96E-31A345C750E6}" dt="2025-09-09T10:40:51.748" v="4187" actId="47"/>
        <pc:sldMkLst>
          <pc:docMk/>
          <pc:sldMk cId="4256661517" sldId="263"/>
        </pc:sldMkLst>
      </pc:sldChg>
      <pc:sldChg chg="del">
        <pc:chgData name="宇鑫 陈" userId="0c02506f-801f-4aa8-94fe-5f10b8b44a7e" providerId="ADAL" clId="{219A5CA8-69D5-4869-A96E-31A345C750E6}" dt="2025-09-09T10:40:52.559" v="4188" actId="47"/>
        <pc:sldMkLst>
          <pc:docMk/>
          <pc:sldMk cId="3595279237" sldId="264"/>
        </pc:sldMkLst>
      </pc:sldChg>
      <pc:sldChg chg="modSp mod">
        <pc:chgData name="宇鑫 陈" userId="0c02506f-801f-4aa8-94fe-5f10b8b44a7e" providerId="ADAL" clId="{219A5CA8-69D5-4869-A96E-31A345C750E6}" dt="2025-09-09T03:16:23.863" v="837" actId="14"/>
        <pc:sldMkLst>
          <pc:docMk/>
          <pc:sldMk cId="1753666233" sldId="265"/>
        </pc:sldMkLst>
        <pc:spChg chg="mod">
          <ac:chgData name="宇鑫 陈" userId="0c02506f-801f-4aa8-94fe-5f10b8b44a7e" providerId="ADAL" clId="{219A5CA8-69D5-4869-A96E-31A345C750E6}" dt="2025-09-09T02:29:53.885" v="47" actId="20577"/>
          <ac:spMkLst>
            <pc:docMk/>
            <pc:sldMk cId="1753666233" sldId="265"/>
            <ac:spMk id="3" creationId="{00000000-0000-0000-0000-000000000000}"/>
          </ac:spMkLst>
        </pc:spChg>
        <pc:spChg chg="mod">
          <ac:chgData name="宇鑫 陈" userId="0c02506f-801f-4aa8-94fe-5f10b8b44a7e" providerId="ADAL" clId="{219A5CA8-69D5-4869-A96E-31A345C750E6}" dt="2025-09-09T03:16:23.863" v="837" actId="14"/>
          <ac:spMkLst>
            <pc:docMk/>
            <pc:sldMk cId="1753666233" sldId="265"/>
            <ac:spMk id="5" creationId="{00000000-0000-0000-0000-000000000000}"/>
          </ac:spMkLst>
        </pc:spChg>
      </pc:sldChg>
      <pc:sldChg chg="del">
        <pc:chgData name="宇鑫 陈" userId="0c02506f-801f-4aa8-94fe-5f10b8b44a7e" providerId="ADAL" clId="{219A5CA8-69D5-4869-A96E-31A345C750E6}" dt="2025-09-09T02:43:07.168" v="831" actId="47"/>
        <pc:sldMkLst>
          <pc:docMk/>
          <pc:sldMk cId="3624108227" sldId="266"/>
        </pc:sldMkLst>
      </pc:sldChg>
      <pc:sldChg chg="del">
        <pc:chgData name="宇鑫 陈" userId="0c02506f-801f-4aa8-94fe-5f10b8b44a7e" providerId="ADAL" clId="{219A5CA8-69D5-4869-A96E-31A345C750E6}" dt="2025-09-09T02:43:08.002" v="832" actId="47"/>
        <pc:sldMkLst>
          <pc:docMk/>
          <pc:sldMk cId="119608353" sldId="267"/>
        </pc:sldMkLst>
      </pc:sldChg>
      <pc:sldChg chg="del">
        <pc:chgData name="宇鑫 陈" userId="0c02506f-801f-4aa8-94fe-5f10b8b44a7e" providerId="ADAL" clId="{219A5CA8-69D5-4869-A96E-31A345C750E6}" dt="2025-09-09T02:43:09.095" v="833" actId="47"/>
        <pc:sldMkLst>
          <pc:docMk/>
          <pc:sldMk cId="3094480875" sldId="268"/>
        </pc:sldMkLst>
      </pc:sldChg>
      <pc:sldChg chg="modSp add del mod">
        <pc:chgData name="宇鑫 陈" userId="0c02506f-801f-4aa8-94fe-5f10b8b44a7e" providerId="ADAL" clId="{219A5CA8-69D5-4869-A96E-31A345C750E6}" dt="2025-09-12T10:32:40.773" v="4380" actId="47"/>
        <pc:sldMkLst>
          <pc:docMk/>
          <pc:sldMk cId="1201453235" sldId="269"/>
        </pc:sldMkLst>
      </pc:sldChg>
      <pc:sldChg chg="del">
        <pc:chgData name="宇鑫 陈" userId="0c02506f-801f-4aa8-94fe-5f10b8b44a7e" providerId="ADAL" clId="{219A5CA8-69D5-4869-A96E-31A345C750E6}" dt="2025-09-09T10:40:55.650" v="4189" actId="47"/>
        <pc:sldMkLst>
          <pc:docMk/>
          <pc:sldMk cId="2473960281" sldId="270"/>
        </pc:sldMkLst>
      </pc:sldChg>
      <pc:sldChg chg="del">
        <pc:chgData name="宇鑫 陈" userId="0c02506f-801f-4aa8-94fe-5f10b8b44a7e" providerId="ADAL" clId="{219A5CA8-69D5-4869-A96E-31A345C750E6}" dt="2025-09-09T10:40:56.513" v="4190" actId="47"/>
        <pc:sldMkLst>
          <pc:docMk/>
          <pc:sldMk cId="418563550" sldId="271"/>
        </pc:sldMkLst>
      </pc:sldChg>
      <pc:sldChg chg="del">
        <pc:chgData name="宇鑫 陈" userId="0c02506f-801f-4aa8-94fe-5f10b8b44a7e" providerId="ADAL" clId="{219A5CA8-69D5-4869-A96E-31A345C750E6}" dt="2025-09-09T10:40:57.515" v="4191" actId="47"/>
        <pc:sldMkLst>
          <pc:docMk/>
          <pc:sldMk cId="2465555886" sldId="272"/>
        </pc:sldMkLst>
      </pc:sldChg>
      <pc:sldChg chg="del">
        <pc:chgData name="宇鑫 陈" userId="0c02506f-801f-4aa8-94fe-5f10b8b44a7e" providerId="ADAL" clId="{219A5CA8-69D5-4869-A96E-31A345C750E6}" dt="2025-09-09T10:40:58.373" v="4193" actId="47"/>
        <pc:sldMkLst>
          <pc:docMk/>
          <pc:sldMk cId="2352436808" sldId="273"/>
        </pc:sldMkLst>
      </pc:sldChg>
      <pc:sldChg chg="del">
        <pc:chgData name="宇鑫 陈" userId="0c02506f-801f-4aa8-94fe-5f10b8b44a7e" providerId="ADAL" clId="{219A5CA8-69D5-4869-A96E-31A345C750E6}" dt="2025-09-09T10:40:58.896" v="4194" actId="47"/>
        <pc:sldMkLst>
          <pc:docMk/>
          <pc:sldMk cId="1462846646" sldId="274"/>
        </pc:sldMkLst>
      </pc:sldChg>
      <pc:sldChg chg="modSp del mod">
        <pc:chgData name="宇鑫 陈" userId="0c02506f-801f-4aa8-94fe-5f10b8b44a7e" providerId="ADAL" clId="{219A5CA8-69D5-4869-A96E-31A345C750E6}" dt="2025-09-09T10:40:59.254" v="4195" actId="47"/>
        <pc:sldMkLst>
          <pc:docMk/>
          <pc:sldMk cId="2343789687" sldId="275"/>
        </pc:sldMkLst>
      </pc:sldChg>
      <pc:sldChg chg="del">
        <pc:chgData name="宇鑫 陈" userId="0c02506f-801f-4aa8-94fe-5f10b8b44a7e" providerId="ADAL" clId="{219A5CA8-69D5-4869-A96E-31A345C750E6}" dt="2025-09-09T10:40:59.764" v="4196" actId="47"/>
        <pc:sldMkLst>
          <pc:docMk/>
          <pc:sldMk cId="3578238027" sldId="276"/>
        </pc:sldMkLst>
      </pc:sldChg>
      <pc:sldChg chg="del">
        <pc:chgData name="宇鑫 陈" userId="0c02506f-801f-4aa8-94fe-5f10b8b44a7e" providerId="ADAL" clId="{219A5CA8-69D5-4869-A96E-31A345C750E6}" dt="2025-09-09T10:41:00.199" v="4197" actId="47"/>
        <pc:sldMkLst>
          <pc:docMk/>
          <pc:sldMk cId="3167766486" sldId="277"/>
        </pc:sldMkLst>
      </pc:sldChg>
      <pc:sldChg chg="del">
        <pc:chgData name="宇鑫 陈" userId="0c02506f-801f-4aa8-94fe-5f10b8b44a7e" providerId="ADAL" clId="{219A5CA8-69D5-4869-A96E-31A345C750E6}" dt="2025-09-09T10:41:00.833" v="4198" actId="47"/>
        <pc:sldMkLst>
          <pc:docMk/>
          <pc:sldMk cId="1620705159" sldId="278"/>
        </pc:sldMkLst>
      </pc:sldChg>
      <pc:sldChg chg="del">
        <pc:chgData name="宇鑫 陈" userId="0c02506f-801f-4aa8-94fe-5f10b8b44a7e" providerId="ADAL" clId="{219A5CA8-69D5-4869-A96E-31A345C750E6}" dt="2025-09-09T10:41:01.175" v="4199" actId="47"/>
        <pc:sldMkLst>
          <pc:docMk/>
          <pc:sldMk cId="2870202382" sldId="279"/>
        </pc:sldMkLst>
      </pc:sldChg>
      <pc:sldChg chg="del">
        <pc:chgData name="宇鑫 陈" userId="0c02506f-801f-4aa8-94fe-5f10b8b44a7e" providerId="ADAL" clId="{219A5CA8-69D5-4869-A96E-31A345C750E6}" dt="2025-09-09T10:41:01.707" v="4200" actId="47"/>
        <pc:sldMkLst>
          <pc:docMk/>
          <pc:sldMk cId="2085259256" sldId="280"/>
        </pc:sldMkLst>
      </pc:sldChg>
      <pc:sldChg chg="del">
        <pc:chgData name="宇鑫 陈" userId="0c02506f-801f-4aa8-94fe-5f10b8b44a7e" providerId="ADAL" clId="{219A5CA8-69D5-4869-A96E-31A345C750E6}" dt="2025-09-09T10:41:02.209" v="4201" actId="47"/>
        <pc:sldMkLst>
          <pc:docMk/>
          <pc:sldMk cId="3997683999" sldId="281"/>
        </pc:sldMkLst>
      </pc:sldChg>
      <pc:sldChg chg="add del">
        <pc:chgData name="宇鑫 陈" userId="0c02506f-801f-4aa8-94fe-5f10b8b44a7e" providerId="ADAL" clId="{219A5CA8-69D5-4869-A96E-31A345C750E6}" dt="2025-09-09T10:41:05.443" v="4203" actId="47"/>
        <pc:sldMkLst>
          <pc:docMk/>
          <pc:sldMk cId="1362973645" sldId="282"/>
        </pc:sldMkLst>
      </pc:sldChg>
      <pc:sldChg chg="del">
        <pc:chgData name="宇鑫 陈" userId="0c02506f-801f-4aa8-94fe-5f10b8b44a7e" providerId="ADAL" clId="{219A5CA8-69D5-4869-A96E-31A345C750E6}" dt="2025-09-09T02:43:06.394" v="830" actId="47"/>
        <pc:sldMkLst>
          <pc:docMk/>
          <pc:sldMk cId="1305822291" sldId="283"/>
        </pc:sldMkLst>
      </pc:sldChg>
      <pc:sldChg chg="del">
        <pc:chgData name="宇鑫 陈" userId="0c02506f-801f-4aa8-94fe-5f10b8b44a7e" providerId="ADAL" clId="{219A5CA8-69D5-4869-A96E-31A345C750E6}" dt="2025-09-09T10:40:58.020" v="4192" actId="47"/>
        <pc:sldMkLst>
          <pc:docMk/>
          <pc:sldMk cId="1026729523" sldId="284"/>
        </pc:sldMkLst>
      </pc:sldChg>
      <pc:sldChg chg="modSp add mod">
        <pc:chgData name="宇鑫 陈" userId="0c02506f-801f-4aa8-94fe-5f10b8b44a7e" providerId="ADAL" clId="{219A5CA8-69D5-4869-A96E-31A345C750E6}" dt="2025-09-09T06:51:53.198" v="1675" actId="20577"/>
        <pc:sldMkLst>
          <pc:docMk/>
          <pc:sldMk cId="2560395286" sldId="285"/>
        </pc:sldMkLst>
        <pc:spChg chg="mod">
          <ac:chgData name="宇鑫 陈" userId="0c02506f-801f-4aa8-94fe-5f10b8b44a7e" providerId="ADAL" clId="{219A5CA8-69D5-4869-A96E-31A345C750E6}" dt="2025-09-09T06:51:53.198" v="1675" actId="20577"/>
          <ac:spMkLst>
            <pc:docMk/>
            <pc:sldMk cId="2560395286" sldId="285"/>
            <ac:spMk id="5" creationId="{81D3C78B-E26A-9F9D-B595-452FB73B1D56}"/>
          </ac:spMkLst>
        </pc:spChg>
      </pc:sldChg>
      <pc:sldChg chg="addSp modSp add mod modClrScheme chgLayout">
        <pc:chgData name="宇鑫 陈" userId="0c02506f-801f-4aa8-94fe-5f10b8b44a7e" providerId="ADAL" clId="{219A5CA8-69D5-4869-A96E-31A345C750E6}" dt="2025-09-09T08:08:38.676" v="2334" actId="20577"/>
        <pc:sldMkLst>
          <pc:docMk/>
          <pc:sldMk cId="2163129631" sldId="286"/>
        </pc:sldMkLst>
        <pc:spChg chg="mod ord">
          <ac:chgData name="宇鑫 陈" userId="0c02506f-801f-4aa8-94fe-5f10b8b44a7e" providerId="ADAL" clId="{219A5CA8-69D5-4869-A96E-31A345C750E6}" dt="2025-09-09T08:08:11.195" v="2316" actId="20577"/>
          <ac:spMkLst>
            <pc:docMk/>
            <pc:sldMk cId="2163129631" sldId="286"/>
            <ac:spMk id="3" creationId="{64C862EA-8ECE-4CBA-529A-34F70AC25624}"/>
          </ac:spMkLst>
        </pc:spChg>
        <pc:spChg chg="mod">
          <ac:chgData name="宇鑫 陈" userId="0c02506f-801f-4aa8-94fe-5f10b8b44a7e" providerId="ADAL" clId="{219A5CA8-69D5-4869-A96E-31A345C750E6}" dt="2025-09-09T08:08:38.676" v="2334" actId="20577"/>
          <ac:spMkLst>
            <pc:docMk/>
            <pc:sldMk cId="2163129631" sldId="286"/>
            <ac:spMk id="5" creationId="{9A0298B8-A159-DB65-F064-8042BDBB6EEA}"/>
          </ac:spMkLst>
        </pc:spChg>
        <pc:picChg chg="add mod">
          <ac:chgData name="宇鑫 陈" userId="0c02506f-801f-4aa8-94fe-5f10b8b44a7e" providerId="ADAL" clId="{219A5CA8-69D5-4869-A96E-31A345C750E6}" dt="2025-09-09T08:06:24.039" v="2262" actId="26606"/>
          <ac:picMkLst>
            <pc:docMk/>
            <pc:sldMk cId="2163129631" sldId="286"/>
            <ac:picMk id="4" creationId="{FDB412E2-EF7E-B52A-A2D9-59E7E34C4173}"/>
          </ac:picMkLst>
        </pc:picChg>
      </pc:sldChg>
      <pc:sldChg chg="addSp delSp modSp add mod">
        <pc:chgData name="宇鑫 陈" userId="0c02506f-801f-4aa8-94fe-5f10b8b44a7e" providerId="ADAL" clId="{219A5CA8-69D5-4869-A96E-31A345C750E6}" dt="2025-09-12T11:46:28.383" v="5627" actId="1076"/>
        <pc:sldMkLst>
          <pc:docMk/>
          <pc:sldMk cId="3616859260" sldId="287"/>
        </pc:sldMkLst>
        <pc:spChg chg="mod">
          <ac:chgData name="宇鑫 陈" userId="0c02506f-801f-4aa8-94fe-5f10b8b44a7e" providerId="ADAL" clId="{219A5CA8-69D5-4869-A96E-31A345C750E6}" dt="2025-09-09T08:37:13.169" v="2347" actId="20577"/>
          <ac:spMkLst>
            <pc:docMk/>
            <pc:sldMk cId="3616859260" sldId="287"/>
            <ac:spMk id="3" creationId="{D1AA62DA-7AA0-6604-C041-042381DCB366}"/>
          </ac:spMkLst>
        </pc:spChg>
        <pc:spChg chg="mod">
          <ac:chgData name="宇鑫 陈" userId="0c02506f-801f-4aa8-94fe-5f10b8b44a7e" providerId="ADAL" clId="{219A5CA8-69D5-4869-A96E-31A345C750E6}" dt="2025-09-12T11:46:18.708" v="5626" actId="20577"/>
          <ac:spMkLst>
            <pc:docMk/>
            <pc:sldMk cId="3616859260" sldId="287"/>
            <ac:spMk id="5" creationId="{50CA4AA1-18D4-4994-880A-0BE4D2D5E50E}"/>
          </ac:spMkLst>
        </pc:spChg>
        <pc:picChg chg="add mod">
          <ac:chgData name="宇鑫 陈" userId="0c02506f-801f-4aa8-94fe-5f10b8b44a7e" providerId="ADAL" clId="{219A5CA8-69D5-4869-A96E-31A345C750E6}" dt="2025-09-12T11:46:28.383" v="5627" actId="1076"/>
          <ac:picMkLst>
            <pc:docMk/>
            <pc:sldMk cId="3616859260" sldId="287"/>
            <ac:picMk id="2" creationId="{A366517C-C1FC-D231-21C6-05C0508464CA}"/>
          </ac:picMkLst>
        </pc:picChg>
        <pc:picChg chg="add mod">
          <ac:chgData name="宇鑫 陈" userId="0c02506f-801f-4aa8-94fe-5f10b8b44a7e" providerId="ADAL" clId="{219A5CA8-69D5-4869-A96E-31A345C750E6}" dt="2025-09-12T11:46:28.383" v="5627" actId="1076"/>
          <ac:picMkLst>
            <pc:docMk/>
            <pc:sldMk cId="3616859260" sldId="287"/>
            <ac:picMk id="6" creationId="{CCD8F30F-A9FA-8FAE-6A6D-83F02D999BF8}"/>
          </ac:picMkLst>
        </pc:picChg>
        <pc:picChg chg="add mod">
          <ac:chgData name="宇鑫 陈" userId="0c02506f-801f-4aa8-94fe-5f10b8b44a7e" providerId="ADAL" clId="{219A5CA8-69D5-4869-A96E-31A345C750E6}" dt="2025-09-12T11:46:28.383" v="5627" actId="1076"/>
          <ac:picMkLst>
            <pc:docMk/>
            <pc:sldMk cId="3616859260" sldId="287"/>
            <ac:picMk id="8" creationId="{22A755DF-D53A-5FC4-4940-AF095294E850}"/>
          </ac:picMkLst>
        </pc:picChg>
      </pc:sldChg>
      <pc:sldChg chg="delSp modSp add mod">
        <pc:chgData name="宇鑫 陈" userId="0c02506f-801f-4aa8-94fe-5f10b8b44a7e" providerId="ADAL" clId="{219A5CA8-69D5-4869-A96E-31A345C750E6}" dt="2025-09-12T10:23:02.574" v="4207" actId="14100"/>
        <pc:sldMkLst>
          <pc:docMk/>
          <pc:sldMk cId="1419499105" sldId="288"/>
        </pc:sldMkLst>
        <pc:spChg chg="mod">
          <ac:chgData name="宇鑫 陈" userId="0c02506f-801f-4aa8-94fe-5f10b8b44a7e" providerId="ADAL" clId="{219A5CA8-69D5-4869-A96E-31A345C750E6}" dt="2025-09-09T08:50:54.415" v="2870" actId="20577"/>
          <ac:spMkLst>
            <pc:docMk/>
            <pc:sldMk cId="1419499105" sldId="288"/>
            <ac:spMk id="3" creationId="{CA96DF36-D568-549D-9D36-B80BC68B4A3E}"/>
          </ac:spMkLst>
        </pc:spChg>
        <pc:spChg chg="mod">
          <ac:chgData name="宇鑫 陈" userId="0c02506f-801f-4aa8-94fe-5f10b8b44a7e" providerId="ADAL" clId="{219A5CA8-69D5-4869-A96E-31A345C750E6}" dt="2025-09-12T10:23:02.574" v="4207" actId="14100"/>
          <ac:spMkLst>
            <pc:docMk/>
            <pc:sldMk cId="1419499105" sldId="288"/>
            <ac:spMk id="5" creationId="{96A03B0F-716B-5018-6C50-B66E79C7BE01}"/>
          </ac:spMkLst>
        </pc:spChg>
      </pc:sldChg>
      <pc:sldChg chg="addSp modSp add mod">
        <pc:chgData name="宇鑫 陈" userId="0c02506f-801f-4aa8-94fe-5f10b8b44a7e" providerId="ADAL" clId="{219A5CA8-69D5-4869-A96E-31A345C750E6}" dt="2025-09-12T10:28:25.863" v="4209" actId="12"/>
        <pc:sldMkLst>
          <pc:docMk/>
          <pc:sldMk cId="3661172768" sldId="289"/>
        </pc:sldMkLst>
        <pc:spChg chg="ord">
          <ac:chgData name="宇鑫 陈" userId="0c02506f-801f-4aa8-94fe-5f10b8b44a7e" providerId="ADAL" clId="{219A5CA8-69D5-4869-A96E-31A345C750E6}" dt="2025-09-09T09:34:53.881" v="4180" actId="26606"/>
          <ac:spMkLst>
            <pc:docMk/>
            <pc:sldMk cId="3661172768" sldId="289"/>
            <ac:spMk id="3" creationId="{AEB5F00A-0369-B7AE-48E7-E37ACEF70B58}"/>
          </ac:spMkLst>
        </pc:spChg>
        <pc:spChg chg="mod">
          <ac:chgData name="宇鑫 陈" userId="0c02506f-801f-4aa8-94fe-5f10b8b44a7e" providerId="ADAL" clId="{219A5CA8-69D5-4869-A96E-31A345C750E6}" dt="2025-09-12T10:28:25.863" v="4209" actId="12"/>
          <ac:spMkLst>
            <pc:docMk/>
            <pc:sldMk cId="3661172768" sldId="289"/>
            <ac:spMk id="5" creationId="{E270D782-2349-2701-22AF-24C365A470F1}"/>
          </ac:spMkLst>
        </pc:spChg>
        <pc:picChg chg="add mod">
          <ac:chgData name="宇鑫 陈" userId="0c02506f-801f-4aa8-94fe-5f10b8b44a7e" providerId="ADAL" clId="{219A5CA8-69D5-4869-A96E-31A345C750E6}" dt="2025-09-09T09:34:53.881" v="4180" actId="26606"/>
          <ac:picMkLst>
            <pc:docMk/>
            <pc:sldMk cId="3661172768" sldId="289"/>
            <ac:picMk id="4" creationId="{1901DDBC-719A-3F37-9E43-10B6BC3DEB1B}"/>
          </ac:picMkLst>
        </pc:picChg>
      </pc:sldChg>
      <pc:sldChg chg="delSp modSp add mod">
        <pc:chgData name="宇鑫 陈" userId="0c02506f-801f-4aa8-94fe-5f10b8b44a7e" providerId="ADAL" clId="{219A5CA8-69D5-4869-A96E-31A345C750E6}" dt="2025-09-12T13:11:47.361" v="6609" actId="207"/>
        <pc:sldMkLst>
          <pc:docMk/>
          <pc:sldMk cId="4264198672" sldId="290"/>
        </pc:sldMkLst>
        <pc:spChg chg="mod">
          <ac:chgData name="宇鑫 陈" userId="0c02506f-801f-4aa8-94fe-5f10b8b44a7e" providerId="ADAL" clId="{219A5CA8-69D5-4869-A96E-31A345C750E6}" dt="2025-09-12T10:44:55.353" v="4419" actId="20577"/>
          <ac:spMkLst>
            <pc:docMk/>
            <pc:sldMk cId="4264198672" sldId="290"/>
            <ac:spMk id="3" creationId="{24CF0821-95AB-A25A-8E94-FB2948B743F0}"/>
          </ac:spMkLst>
        </pc:spChg>
        <pc:spChg chg="mod">
          <ac:chgData name="宇鑫 陈" userId="0c02506f-801f-4aa8-94fe-5f10b8b44a7e" providerId="ADAL" clId="{219A5CA8-69D5-4869-A96E-31A345C750E6}" dt="2025-09-12T13:11:47.361" v="6609" actId="207"/>
          <ac:spMkLst>
            <pc:docMk/>
            <pc:sldMk cId="4264198672" sldId="290"/>
            <ac:spMk id="5" creationId="{3DF57A1C-E947-7564-EE92-902FFBA0D37C}"/>
          </ac:spMkLst>
        </pc:spChg>
        <pc:picChg chg="del">
          <ac:chgData name="宇鑫 陈" userId="0c02506f-801f-4aa8-94fe-5f10b8b44a7e" providerId="ADAL" clId="{219A5CA8-69D5-4869-A96E-31A345C750E6}" dt="2025-09-12T10:29:35.590" v="4241" actId="478"/>
          <ac:picMkLst>
            <pc:docMk/>
            <pc:sldMk cId="4264198672" sldId="290"/>
            <ac:picMk id="4" creationId="{E65AF3A0-ED5F-7C83-905F-436CC7D137F8}"/>
          </ac:picMkLst>
        </pc:picChg>
      </pc:sldChg>
      <pc:sldChg chg="modSp add mod">
        <pc:chgData name="宇鑫 陈" userId="0c02506f-801f-4aa8-94fe-5f10b8b44a7e" providerId="ADAL" clId="{219A5CA8-69D5-4869-A96E-31A345C750E6}" dt="2025-09-12T13:11:00.564" v="6605" actId="20577"/>
        <pc:sldMkLst>
          <pc:docMk/>
          <pc:sldMk cId="3211214428" sldId="291"/>
        </pc:sldMkLst>
        <pc:spChg chg="mod">
          <ac:chgData name="宇鑫 陈" userId="0c02506f-801f-4aa8-94fe-5f10b8b44a7e" providerId="ADAL" clId="{219A5CA8-69D5-4869-A96E-31A345C750E6}" dt="2025-09-12T11:47:54.695" v="5695" actId="20577"/>
          <ac:spMkLst>
            <pc:docMk/>
            <pc:sldMk cId="3211214428" sldId="291"/>
            <ac:spMk id="3" creationId="{D37D045D-B815-68D3-819E-92E6ECD7FD5B}"/>
          </ac:spMkLst>
        </pc:spChg>
        <pc:spChg chg="mod">
          <ac:chgData name="宇鑫 陈" userId="0c02506f-801f-4aa8-94fe-5f10b8b44a7e" providerId="ADAL" clId="{219A5CA8-69D5-4869-A96E-31A345C750E6}" dt="2025-09-12T13:11:00.564" v="6605" actId="20577"/>
          <ac:spMkLst>
            <pc:docMk/>
            <pc:sldMk cId="3211214428" sldId="291"/>
            <ac:spMk id="5" creationId="{C4FC6C4F-D064-8337-D335-DD0EA9217B54}"/>
          </ac:spMkLst>
        </pc:spChg>
      </pc:sldChg>
      <pc:sldChg chg="add del ord">
        <pc:chgData name="宇鑫 陈" userId="0c02506f-801f-4aa8-94fe-5f10b8b44a7e" providerId="ADAL" clId="{219A5CA8-69D5-4869-A96E-31A345C750E6}" dt="2025-09-12T11:46:31.167" v="5628" actId="47"/>
        <pc:sldMkLst>
          <pc:docMk/>
          <pc:sldMk cId="506999919" sldId="296"/>
        </pc:sldMkLst>
      </pc:sldChg>
      <pc:sldMasterChg chg="addSldLayout delSldLayout">
        <pc:chgData name="宇鑫 陈" userId="0c02506f-801f-4aa8-94fe-5f10b8b44a7e" providerId="ADAL" clId="{219A5CA8-69D5-4869-A96E-31A345C750E6}" dt="2025-09-12T11:46:31.167" v="5628" actId="47"/>
        <pc:sldMasterMkLst>
          <pc:docMk/>
          <pc:sldMasterMk cId="3265737396" sldId="2147483802"/>
        </pc:sldMasterMkLst>
        <pc:sldLayoutChg chg="add del">
          <pc:chgData name="宇鑫 陈" userId="0c02506f-801f-4aa8-94fe-5f10b8b44a7e" providerId="ADAL" clId="{219A5CA8-69D5-4869-A96E-31A345C750E6}" dt="2025-09-09T10:41:05.443" v="4203" actId="47"/>
          <pc:sldLayoutMkLst>
            <pc:docMk/>
            <pc:sldMasterMk cId="3265737396" sldId="2147483802"/>
            <pc:sldLayoutMk cId="1380372780" sldId="2147483818"/>
          </pc:sldLayoutMkLst>
        </pc:sldLayoutChg>
        <pc:sldLayoutChg chg="del">
          <pc:chgData name="宇鑫 陈" userId="0c02506f-801f-4aa8-94fe-5f10b8b44a7e" providerId="ADAL" clId="{219A5CA8-69D5-4869-A96E-31A345C750E6}" dt="2025-09-12T11:46:31.167" v="5628" actId="47"/>
          <pc:sldLayoutMkLst>
            <pc:docMk/>
            <pc:sldMasterMk cId="3265737396" sldId="2147483802"/>
            <pc:sldLayoutMk cId="3089618445" sldId="214748381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C1FBA-CF23-45CA-A289-03E32D160964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2B0C5-C56D-47E9-BCFE-D990A940F1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00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966BD8-0FC1-456F-BDC6-7D0CA8E36566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FC841-E2E1-4802-8701-94EA307E9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149566"/>
            <a:ext cx="78867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628650" y="5114029"/>
            <a:ext cx="7886700" cy="604299"/>
          </a:xfrm>
        </p:spPr>
        <p:txBody>
          <a:bodyPr anchor="ctr">
            <a:noAutofit/>
          </a:bodyPr>
          <a:lstStyle>
            <a:lvl1pPr algn="ctr"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/>
              <a:t>单击以编辑母版副标题样式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489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050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6000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灯片编号占位符 5"/>
          <p:cNvSpPr txBox="1">
            <a:spLocks/>
          </p:cNvSpPr>
          <p:nvPr/>
        </p:nvSpPr>
        <p:spPr>
          <a:xfrm>
            <a:off x="8697600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9745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8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7600" y="313200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4CE0C3C-47D3-4455-AB34-8268314DB49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748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9144000" cy="1036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93" y="6100771"/>
            <a:ext cx="1958547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35137"/>
            <a:ext cx="6474515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9144000" cy="51850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9144000" cy="518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56">
          <p15:clr>
            <a:srgbClr val="FBAE40"/>
          </p15:clr>
        </p15:guide>
        <p15:guide id="2" pos="204">
          <p15:clr>
            <a:srgbClr val="FBAE40"/>
          </p15:clr>
        </p15:guide>
        <p15:guide id="5" pos="3125">
          <p15:clr>
            <a:srgbClr val="FBAE40"/>
          </p15:clr>
        </p15:guide>
        <p15:guide id="6" pos="115">
          <p15:clr>
            <a:srgbClr val="FBAE40"/>
          </p15:clr>
        </p15:guide>
        <p15:guide id="7" pos="4167" userDrawn="1">
          <p15:clr>
            <a:srgbClr val="FBAE40"/>
          </p15:clr>
        </p15:guide>
        <p15:guide id="8" pos="15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658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 txBox="1">
            <a:spLocks/>
          </p:cNvSpPr>
          <p:nvPr/>
        </p:nvSpPr>
        <p:spPr>
          <a:xfrm>
            <a:off x="8696565" y="311755"/>
            <a:ext cx="447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619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330335"/>
      </p:ext>
    </p:extLst>
  </p:cSld>
  <p:clrMapOvr>
    <a:masterClrMapping/>
  </p:clrMapOvr>
  <p:transition spd="med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7600" y="313200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1703B59-C883-4B8B-974E-AFB30A6C43A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35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4232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1620">
          <p15:clr>
            <a:srgbClr val="FBAE40"/>
          </p15:clr>
        </p15:guide>
        <p15:guide id="4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5" y="313200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3" y="975600"/>
            <a:ext cx="856644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02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193">
          <p15:clr>
            <a:srgbClr val="FBAE40"/>
          </p15:clr>
        </p15:guide>
        <p15:guide id="5" pos="1620">
          <p15:clr>
            <a:srgbClr val="FBAE40"/>
          </p15:clr>
        </p15:guide>
        <p15:guide id="6" pos="2921">
          <p15:clr>
            <a:srgbClr val="FBAE40"/>
          </p15:clr>
        </p15:guide>
        <p15:guide id="7" pos="2160" userDrawn="1">
          <p15:clr>
            <a:srgbClr val="FBAE40"/>
          </p15:clr>
        </p15:guide>
        <p15:guide id="8" pos="389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4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475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1620">
          <p15:clr>
            <a:srgbClr val="FBAE40"/>
          </p15:clr>
        </p15:guide>
        <p15:guide id="4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4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5" y="313200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306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193">
          <p15:clr>
            <a:srgbClr val="FBAE40"/>
          </p15:clr>
        </p15:guide>
        <p15:guide id="5" pos="1620">
          <p15:clr>
            <a:srgbClr val="FBAE40"/>
          </p15:clr>
        </p15:guide>
        <p15:guide id="6" pos="2921">
          <p15:clr>
            <a:srgbClr val="FBAE40"/>
          </p15:clr>
        </p15:guide>
        <p15:guide id="7" pos="2160" userDrawn="1">
          <p15:clr>
            <a:srgbClr val="FBAE40"/>
          </p15:clr>
        </p15:guide>
        <p15:guide id="8" pos="389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封面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123" y="4006448"/>
            <a:ext cx="8325019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469124" y="5245246"/>
            <a:ext cx="5820358" cy="468179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124" y="5815087"/>
            <a:ext cx="4159250" cy="4990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单击此处添加日期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11" name="直接连接符 10"/>
          <p:cNvCxnSpPr/>
          <p:nvPr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 userDrawn="1"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060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9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16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9144000" cy="28117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74" y="3608990"/>
            <a:ext cx="3021843" cy="79994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7896" y="1371600"/>
            <a:ext cx="8410492" cy="926932"/>
          </a:xfrm>
        </p:spPr>
        <p:txBody>
          <a:bodyPr>
            <a:noAutofit/>
          </a:bodyPr>
          <a:lstStyle>
            <a:lvl1pPr algn="ctr"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9144000" cy="28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7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13468" y="1673352"/>
            <a:ext cx="8340421" cy="4999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413468" y="863020"/>
            <a:ext cx="8410492" cy="701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3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ransition spd="med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C18E1-D8F1-8CAD-57A2-F8D84F47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0CA4AA1-18D4-4994-880A-0BE4D2D5E50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2393" y="1717675"/>
            <a:ext cx="7883231" cy="4826248"/>
          </a:xfrm>
        </p:spPr>
        <p:txBody>
          <a:bodyPr>
            <a:normAutofit/>
          </a:bodyPr>
          <a:lstStyle/>
          <a:p>
            <a:r>
              <a:rPr lang="en-US" altLang="zh-CN" dirty="0"/>
              <a:t>FGATE</a:t>
            </a:r>
            <a:r>
              <a:rPr lang="zh-CN" altLang="en-US" dirty="0"/>
              <a:t>设计目标：</a:t>
            </a:r>
            <a:endParaRPr lang="en-US" altLang="zh-CN" dirty="0"/>
          </a:p>
          <a:p>
            <a:pPr lvl="1"/>
            <a:r>
              <a:rPr lang="zh-CN" altLang="en-US" dirty="0"/>
              <a:t>具有关断冻结功能，通过关断降低逻辑门本身的功耗</a:t>
            </a:r>
            <a:endParaRPr lang="en-US" altLang="zh-CN" dirty="0"/>
          </a:p>
          <a:p>
            <a:pPr lvl="2"/>
            <a:r>
              <a:rPr lang="zh-CN" altLang="en-US" dirty="0"/>
              <a:t>例如在</a:t>
            </a:r>
            <a:r>
              <a:rPr lang="en-US" altLang="zh-CN" dirty="0"/>
              <a:t>CMOS</a:t>
            </a:r>
            <a:r>
              <a:rPr lang="zh-CN" altLang="en-US" dirty="0"/>
              <a:t>下拉网络加入用于关断的晶体管</a:t>
            </a:r>
            <a:endParaRPr lang="en-US" altLang="zh-CN" dirty="0"/>
          </a:p>
          <a:p>
            <a:pPr lvl="1"/>
            <a:r>
              <a:rPr lang="zh-CN" altLang="en-US" dirty="0"/>
              <a:t>要求能够降低该逻辑门本身因为毛刺导致的功耗，并且不引入额外的毛刺信号，最小化对网络中其余逻辑门的负面影响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1AA62DA-7AA0-6604-C041-042381DC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</p:spPr>
        <p:txBody>
          <a:bodyPr anchor="ctr">
            <a:normAutofit/>
          </a:bodyPr>
          <a:lstStyle/>
          <a:p>
            <a:r>
              <a:rPr lang="en-US" altLang="zh-CN" dirty="0"/>
              <a:t>FGATE</a:t>
            </a:r>
            <a:r>
              <a:rPr lang="zh-CN" altLang="en-US" dirty="0"/>
              <a:t>设计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CCD8F30F-A9FA-8FAE-6A6D-83F02D999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7430" y="4587446"/>
            <a:ext cx="2295525" cy="1228725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22A755DF-D53A-5FC4-4940-AF095294E8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8376" y="4464274"/>
            <a:ext cx="2183111" cy="1848822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366517C-C1FC-D231-21C6-05C050846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684" y="3859696"/>
            <a:ext cx="1681589" cy="268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12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对每一个逻辑门</a:t>
            </a:r>
            <a:r>
              <a:rPr lang="en-US" altLang="zh-CN" dirty="0"/>
              <a:t>G</a:t>
            </a:r>
            <a:r>
              <a:rPr lang="zh-CN" altLang="en-US" dirty="0"/>
              <a:t>计算其优化收益</a:t>
            </a:r>
            <a:r>
              <a:rPr lang="en-US" altLang="zh-CN" dirty="0"/>
              <a:t>Gain Factor</a:t>
            </a:r>
          </a:p>
          <a:p>
            <a:pPr lvl="1"/>
            <a:r>
              <a:rPr lang="zh-CN" altLang="en-US" dirty="0"/>
              <a:t>采用</a:t>
            </a:r>
            <a:r>
              <a:rPr lang="en-US" altLang="zh-CN" dirty="0"/>
              <a:t>FGATE</a:t>
            </a:r>
            <a:r>
              <a:rPr lang="zh-CN" altLang="en-US" dirty="0"/>
              <a:t>替换的优化方式，计算该方案的功耗收益</a:t>
            </a:r>
            <a:r>
              <a:rPr lang="en-US" altLang="zh-CN" dirty="0"/>
              <a:t>Gain</a:t>
            </a:r>
            <a:r>
              <a:rPr lang="zh-CN" altLang="en-US" dirty="0"/>
              <a:t>，功耗耗损</a:t>
            </a:r>
            <a:r>
              <a:rPr lang="en-US" altLang="zh-CN" dirty="0"/>
              <a:t>Cost</a:t>
            </a:r>
          </a:p>
          <a:p>
            <a:pPr lvl="1"/>
            <a:r>
              <a:rPr lang="zh-CN" altLang="en-US" dirty="0"/>
              <a:t>优化收益</a:t>
            </a:r>
            <a:r>
              <a:rPr lang="en-US" altLang="zh-CN" dirty="0"/>
              <a:t>Gain Factor = Gain - Cost</a:t>
            </a:r>
          </a:p>
          <a:p>
            <a:r>
              <a:rPr lang="zh-CN" altLang="en-US" dirty="0"/>
              <a:t>按照优化收益大小顺序，依次对电路网络中的逻辑门进行优化</a:t>
            </a:r>
            <a:endParaRPr lang="en-US" altLang="zh-CN" dirty="0"/>
          </a:p>
          <a:p>
            <a:pPr lvl="1"/>
            <a:r>
              <a:rPr lang="zh-CN" altLang="en-US" dirty="0"/>
              <a:t>定义优化的收益阈值 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Gain Factor &gt; </a:t>
            </a:r>
            <a:r>
              <a:rPr lang="zh-CN" altLang="en-US"/>
              <a:t>收益阈值的</a:t>
            </a:r>
            <a:r>
              <a:rPr lang="zh-CN" altLang="en-US" dirty="0"/>
              <a:t>逻辑门，采用</a:t>
            </a:r>
            <a:r>
              <a:rPr lang="en-US" altLang="zh-CN" dirty="0" err="1"/>
              <a:t>Fgate</a:t>
            </a:r>
            <a:r>
              <a:rPr lang="zh-CN" altLang="en-US" dirty="0"/>
              <a:t>结构对其进行替换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毛刺优化算法</a:t>
            </a:r>
            <a:r>
              <a:rPr lang="en-US" altLang="zh-CN" dirty="0"/>
              <a:t>——FGATE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3666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33CC-44A8-427D-8357-A522AB8C5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1D3C78B-E26A-9F9D-B595-452FB73B1D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优化收益</a:t>
            </a:r>
            <a:r>
              <a:rPr lang="en-US" altLang="zh-CN" dirty="0"/>
              <a:t>Gain Factor = Gain - Cost</a:t>
            </a:r>
          </a:p>
          <a:p>
            <a:r>
              <a:rPr lang="en-US" altLang="zh-CN" dirty="0"/>
              <a:t>FGATE </a:t>
            </a:r>
            <a:r>
              <a:rPr lang="zh-CN" altLang="en-US" dirty="0"/>
              <a:t>功耗收益 </a:t>
            </a:r>
            <a:r>
              <a:rPr lang="en-US" altLang="zh-CN" dirty="0"/>
              <a:t>Gain </a:t>
            </a:r>
            <a:r>
              <a:rPr lang="zh-CN" altLang="en-US" dirty="0"/>
              <a:t>评估：</a:t>
            </a:r>
            <a:endParaRPr lang="en-US" altLang="zh-CN" dirty="0"/>
          </a:p>
          <a:p>
            <a:pPr lvl="1"/>
            <a:r>
              <a:rPr lang="zh-CN" altLang="en-US" dirty="0"/>
              <a:t>目前采用逻辑门信号的翻转率作为功耗评估指标</a:t>
            </a:r>
            <a:endParaRPr lang="en-US" altLang="zh-CN" dirty="0"/>
          </a:p>
          <a:p>
            <a:pPr lvl="2"/>
            <a:r>
              <a:rPr lang="zh-CN" altLang="en-US" dirty="0"/>
              <a:t>功耗收益</a:t>
            </a:r>
            <a:r>
              <a:rPr lang="en-US" altLang="zh-CN" dirty="0"/>
              <a:t>=</a:t>
            </a:r>
            <a:r>
              <a:rPr lang="zh-CN" altLang="en-US" dirty="0"/>
              <a:t>原逻辑门信号翻转率 </a:t>
            </a:r>
            <a:r>
              <a:rPr lang="en-US" altLang="zh-CN" dirty="0"/>
              <a:t>- FGATE</a:t>
            </a:r>
            <a:r>
              <a:rPr lang="zh-CN" altLang="en-US" dirty="0"/>
              <a:t>信号翻转率</a:t>
            </a:r>
            <a:endParaRPr lang="en-US" altLang="zh-CN" dirty="0"/>
          </a:p>
          <a:p>
            <a:pPr lvl="1"/>
            <a:r>
              <a:rPr lang="zh-CN" altLang="en-US" dirty="0"/>
              <a:t>期望使用更精准的功耗评估模型</a:t>
            </a:r>
            <a:endParaRPr lang="en-US" altLang="zh-CN" dirty="0"/>
          </a:p>
          <a:p>
            <a:r>
              <a:rPr lang="en-US" altLang="zh-CN" dirty="0"/>
              <a:t>FGATE </a:t>
            </a:r>
            <a:r>
              <a:rPr lang="zh-CN" altLang="en-US" dirty="0"/>
              <a:t>功耗耗损 </a:t>
            </a:r>
            <a:r>
              <a:rPr lang="en-US" altLang="zh-CN" dirty="0"/>
              <a:t>Cost </a:t>
            </a:r>
            <a:r>
              <a:rPr lang="zh-CN" altLang="en-US" dirty="0"/>
              <a:t>评估：</a:t>
            </a:r>
            <a:endParaRPr lang="en-US" altLang="zh-CN" dirty="0"/>
          </a:p>
          <a:p>
            <a:pPr lvl="1"/>
            <a:r>
              <a:rPr lang="en-US" altLang="zh-CN" dirty="0"/>
              <a:t>FGATE</a:t>
            </a:r>
            <a:r>
              <a:rPr lang="zh-CN" altLang="en-US" dirty="0"/>
              <a:t>结构损耗：</a:t>
            </a:r>
            <a:r>
              <a:rPr lang="en-US" altLang="zh-CN" dirty="0"/>
              <a:t>FGATE</a:t>
            </a:r>
            <a:r>
              <a:rPr lang="zh-CN" altLang="en-US" dirty="0"/>
              <a:t>相对于原逻辑门引入更多的晶体管所造成的功耗</a:t>
            </a:r>
            <a:endParaRPr lang="en-US" altLang="zh-CN" dirty="0"/>
          </a:p>
          <a:p>
            <a:pPr lvl="1"/>
            <a:r>
              <a:rPr lang="zh-CN" altLang="en-US" dirty="0"/>
              <a:t>使能信号损耗：生成使能信号的延迟链功耗</a:t>
            </a:r>
            <a:endParaRPr lang="en-US" altLang="zh-CN" dirty="0"/>
          </a:p>
          <a:p>
            <a:pPr lvl="1"/>
            <a:r>
              <a:rPr lang="en-US" altLang="zh-CN" dirty="0"/>
              <a:t>Cost = FGATE</a:t>
            </a:r>
            <a:r>
              <a:rPr lang="zh-CN" altLang="en-US" dirty="0"/>
              <a:t>结构损耗</a:t>
            </a:r>
            <a:r>
              <a:rPr lang="en-US" altLang="zh-CN" dirty="0"/>
              <a:t>+ </a:t>
            </a:r>
            <a:r>
              <a:rPr lang="zh-CN" altLang="en-US" dirty="0"/>
              <a:t>使能信号损耗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7B97FD0-8EA6-3512-5DDF-82553234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毛刺优化算法</a:t>
            </a:r>
            <a:r>
              <a:rPr lang="en-US" altLang="zh-CN" dirty="0"/>
              <a:t>——FGATE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039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4F59F-AF0D-376A-F397-18ED9181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A0298B8-A159-DB65-F064-8042BDBB6E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/>
          <a:p>
            <a:r>
              <a:rPr lang="en-US" altLang="zh-CN" dirty="0"/>
              <a:t>FGATE</a:t>
            </a:r>
            <a:r>
              <a:rPr lang="zh-CN" altLang="en-US" dirty="0"/>
              <a:t>使能信号生成</a:t>
            </a:r>
            <a:endParaRPr lang="en-US" altLang="zh-CN" dirty="0"/>
          </a:p>
          <a:p>
            <a:pPr lvl="1"/>
            <a:r>
              <a:rPr lang="zh-CN" altLang="en-US" sz="2000" dirty="0"/>
              <a:t>采用延迟单元构成延迟链</a:t>
            </a:r>
            <a:endParaRPr lang="en-US" altLang="zh-CN" sz="2000" dirty="0"/>
          </a:p>
          <a:p>
            <a:pPr lvl="1"/>
            <a:r>
              <a:rPr lang="zh-CN" altLang="en-US" sz="2000" dirty="0"/>
              <a:t>目标使能信号延迟为</a:t>
            </a:r>
            <a:r>
              <a:rPr lang="en-US" altLang="zh-CN" sz="2000" dirty="0"/>
              <a:t>Δ</a:t>
            </a:r>
          </a:p>
          <a:p>
            <a:pPr lvl="1"/>
            <a:r>
              <a:rPr lang="zh-CN" altLang="en-US" sz="2000" dirty="0"/>
              <a:t>根据</a:t>
            </a:r>
            <a:r>
              <a:rPr lang="en-US" altLang="zh-CN" sz="2000" dirty="0"/>
              <a:t>Δ</a:t>
            </a:r>
            <a:r>
              <a:rPr lang="zh-CN" altLang="en-US" sz="2000" dirty="0"/>
              <a:t>与半周期的大小关系</a:t>
            </a:r>
            <a:endParaRPr lang="en-US" altLang="zh-CN" sz="2000" dirty="0"/>
          </a:p>
          <a:p>
            <a:pPr lvl="2"/>
            <a:r>
              <a:rPr lang="zh-CN" altLang="en-US" sz="2000" dirty="0"/>
              <a:t>当</a:t>
            </a:r>
            <a:r>
              <a:rPr lang="en-US" altLang="zh-CN" sz="2000" dirty="0"/>
              <a:t>Δ &gt; T/2</a:t>
            </a:r>
            <a:r>
              <a:rPr lang="zh-CN" altLang="en-US" sz="2000" dirty="0"/>
              <a:t>时，</a:t>
            </a:r>
            <a:r>
              <a:rPr lang="en-US" altLang="zh-CN" sz="2000" dirty="0"/>
              <a:t>EN = NCLK(Δ-T/2) * NCLK</a:t>
            </a:r>
          </a:p>
          <a:p>
            <a:pPr lvl="2"/>
            <a:r>
              <a:rPr lang="zh-CN" altLang="en-US" sz="2000" dirty="0"/>
              <a:t>当</a:t>
            </a:r>
            <a:r>
              <a:rPr lang="en-US" altLang="zh-CN" sz="2000" dirty="0"/>
              <a:t>Δ &lt; T/2</a:t>
            </a:r>
            <a:r>
              <a:rPr lang="zh-CN" altLang="en-US" sz="2000" dirty="0"/>
              <a:t>时，</a:t>
            </a:r>
            <a:r>
              <a:rPr lang="en-US" altLang="zh-CN" sz="2000" dirty="0"/>
              <a:t>EN = CLK(Δ) + NCLK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FDB412E2-EF7E-B52A-A2D9-59E7E34C4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6313" y="2118205"/>
            <a:ext cx="4032250" cy="4025188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64C862EA-8ECE-4CBA-529A-34F70AC25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使能信号</a:t>
            </a:r>
          </a:p>
        </p:txBody>
      </p:sp>
    </p:spTree>
    <p:extLst>
      <p:ext uri="{BB962C8B-B14F-4D97-AF65-F5344CB8AC3E}">
        <p14:creationId xmlns:p14="http://schemas.microsoft.com/office/powerpoint/2010/main" val="2163129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D66A4-780A-2D9C-6880-78DF84F60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6A03B0F-716B-5018-6C50-B66E79C7BE0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2393" y="1717675"/>
            <a:ext cx="8069844" cy="4826248"/>
          </a:xfrm>
        </p:spPr>
        <p:txBody>
          <a:bodyPr>
            <a:normAutofit/>
          </a:bodyPr>
          <a:lstStyle/>
          <a:p>
            <a:r>
              <a:rPr lang="zh-CN" altLang="en-US" dirty="0"/>
              <a:t>目前通过</a:t>
            </a:r>
            <a:r>
              <a:rPr lang="en-US" altLang="zh-CN" dirty="0"/>
              <a:t>Python</a:t>
            </a:r>
            <a:r>
              <a:rPr lang="zh-CN" altLang="en-US" dirty="0"/>
              <a:t>实现了一个简易</a:t>
            </a:r>
            <a:r>
              <a:rPr lang="en-US" altLang="zh-CN" dirty="0"/>
              <a:t>EDA</a:t>
            </a:r>
            <a:r>
              <a:rPr lang="zh-CN" altLang="en-US" dirty="0"/>
              <a:t>工具用以进行优化算法实现</a:t>
            </a:r>
            <a:endParaRPr lang="en-US" altLang="zh-CN" dirty="0"/>
          </a:p>
          <a:p>
            <a:pPr lvl="1"/>
            <a:r>
              <a:rPr lang="zh-CN" altLang="en-US" sz="2000" dirty="0"/>
              <a:t>目前功能包括：</a:t>
            </a:r>
            <a:endParaRPr lang="en-US" altLang="zh-CN" sz="2000" dirty="0"/>
          </a:p>
          <a:p>
            <a:pPr lvl="2"/>
            <a:r>
              <a:rPr lang="zh-CN" altLang="en-US" sz="1800" dirty="0"/>
              <a:t>解析及导出</a:t>
            </a:r>
            <a:r>
              <a:rPr lang="en-US" altLang="zh-CN" sz="1800" dirty="0"/>
              <a:t>Verilog</a:t>
            </a:r>
            <a:r>
              <a:rPr lang="zh-CN" altLang="en-US" sz="1800" dirty="0"/>
              <a:t>网表文件</a:t>
            </a:r>
            <a:endParaRPr lang="en-US" altLang="zh-CN" sz="1800" dirty="0"/>
          </a:p>
          <a:p>
            <a:pPr lvl="2"/>
            <a:r>
              <a:rPr lang="zh-CN" altLang="en-US" sz="1800" dirty="0"/>
              <a:t>修改电路网络结构，包括逻辑门的添加与删除，网络连线互联</a:t>
            </a:r>
            <a:endParaRPr lang="en-US" altLang="zh-CN" sz="1800" dirty="0"/>
          </a:p>
          <a:p>
            <a:pPr lvl="1"/>
            <a:r>
              <a:rPr lang="zh-CN" altLang="en-US" sz="2000" dirty="0"/>
              <a:t>目前尚未完善的功能：</a:t>
            </a:r>
            <a:endParaRPr lang="en-US" altLang="zh-CN" sz="2000" dirty="0"/>
          </a:p>
          <a:p>
            <a:pPr lvl="2"/>
            <a:r>
              <a:rPr lang="zh-CN" altLang="en-US" sz="1800" dirty="0"/>
              <a:t>静态时序分析：</a:t>
            </a:r>
            <a:endParaRPr lang="en-US" altLang="zh-CN" sz="1800" dirty="0"/>
          </a:p>
          <a:p>
            <a:pPr lvl="3"/>
            <a:r>
              <a:rPr lang="zh-CN" altLang="en-US" sz="1800" dirty="0"/>
              <a:t>目前仅简单将各类型逻辑门按照延迟估计值进行路径延迟分析</a:t>
            </a:r>
            <a:endParaRPr lang="en-US" altLang="zh-CN" sz="1800" dirty="0"/>
          </a:p>
          <a:p>
            <a:pPr lvl="3"/>
            <a:r>
              <a:rPr lang="zh-CN" altLang="en-US" sz="1800" dirty="0"/>
              <a:t>需要更为精确的时序分析方法</a:t>
            </a:r>
            <a:endParaRPr lang="en-US" altLang="zh-CN" sz="1800" dirty="0"/>
          </a:p>
          <a:p>
            <a:pPr lvl="2"/>
            <a:r>
              <a:rPr lang="zh-CN" altLang="en-US" sz="1800" dirty="0"/>
              <a:t>功耗评估：目前功耗评估仅通过</a:t>
            </a:r>
            <a:r>
              <a:rPr lang="en-US" altLang="zh-CN" sz="1800" dirty="0"/>
              <a:t>VSIM</a:t>
            </a:r>
            <a:r>
              <a:rPr lang="zh-CN" altLang="en-US" sz="1800" dirty="0"/>
              <a:t>仿真后得到的各信号翻转率作为评价指标</a:t>
            </a:r>
            <a:endParaRPr lang="en-US" altLang="zh-CN" sz="1800" dirty="0"/>
          </a:p>
          <a:p>
            <a:pPr lvl="2"/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A96DF36-D568-549D-9D36-B80BC68B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优化算法实现</a:t>
            </a:r>
          </a:p>
        </p:txBody>
      </p:sp>
    </p:spTree>
    <p:extLst>
      <p:ext uri="{BB962C8B-B14F-4D97-AF65-F5344CB8AC3E}">
        <p14:creationId xmlns:p14="http://schemas.microsoft.com/office/powerpoint/2010/main" val="1419499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5D19B-5A42-F2EC-44B8-D7ED7F112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270D782-2349-2701-22AF-24C365A470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2393" y="1717675"/>
            <a:ext cx="4197639" cy="4826248"/>
          </a:xfrm>
        </p:spPr>
        <p:txBody>
          <a:bodyPr>
            <a:normAutofit/>
          </a:bodyPr>
          <a:lstStyle/>
          <a:p>
            <a:r>
              <a:rPr lang="en-US" altLang="zh-CN" dirty="0"/>
              <a:t>FGATE</a:t>
            </a:r>
            <a:r>
              <a:rPr lang="zh-CN" altLang="en-US" dirty="0"/>
              <a:t>优化算法程序：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通过自编的</a:t>
            </a:r>
            <a:r>
              <a:rPr lang="en-US" altLang="zh-CN" sz="2000" dirty="0"/>
              <a:t>EDA</a:t>
            </a:r>
            <a:r>
              <a:rPr lang="zh-CN" altLang="en-US" sz="2000" dirty="0"/>
              <a:t>工具解析原电路文件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按照</a:t>
            </a:r>
            <a:r>
              <a:rPr lang="en-US" altLang="zh-CN" sz="2000" dirty="0"/>
              <a:t>FGATE</a:t>
            </a:r>
            <a:r>
              <a:rPr lang="zh-CN" altLang="en-US" sz="2000" dirty="0"/>
              <a:t>替换算法进行编写对应的优化程序</a:t>
            </a:r>
            <a:endParaRPr lang="en-US" altLang="zh-CN" sz="2000" dirty="0"/>
          </a:p>
          <a:p>
            <a:pPr lvl="2"/>
            <a:r>
              <a:rPr lang="zh-CN" altLang="en-US" sz="2000" dirty="0"/>
              <a:t>搜索</a:t>
            </a:r>
            <a:r>
              <a:rPr lang="en-US" altLang="zh-CN" sz="2000" dirty="0"/>
              <a:t>FGATE</a:t>
            </a:r>
            <a:r>
              <a:rPr lang="zh-CN" altLang="en-US" sz="2000" dirty="0"/>
              <a:t>替换方案</a:t>
            </a:r>
            <a:endParaRPr lang="en-US" altLang="zh-CN" sz="2000" dirty="0"/>
          </a:p>
          <a:p>
            <a:pPr lvl="2"/>
            <a:r>
              <a:rPr lang="zh-CN" altLang="en-US" sz="2000" dirty="0"/>
              <a:t>对原电路进行替换操作，并实现使能信号与</a:t>
            </a:r>
            <a:r>
              <a:rPr lang="en-US" altLang="zh-CN" sz="2000" dirty="0"/>
              <a:t>FGATE</a:t>
            </a:r>
            <a:r>
              <a:rPr lang="zh-CN" altLang="en-US" sz="2000" dirty="0"/>
              <a:t>使能端的连线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导出</a:t>
            </a:r>
            <a:r>
              <a:rPr lang="en-US" altLang="zh-CN" sz="2000" dirty="0"/>
              <a:t>FGATE</a:t>
            </a:r>
            <a:r>
              <a:rPr lang="zh-CN" altLang="en-US" sz="2000" dirty="0"/>
              <a:t>优化后的网表文件</a:t>
            </a:r>
            <a:endParaRPr lang="en-US" altLang="zh-CN" sz="2000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1901DDBC-719A-3F37-9E43-10B6BC3DE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6313" y="2484145"/>
            <a:ext cx="4032250" cy="3293308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AEB5F00A-0369-B7AE-48E7-E37ACEF70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优化算法实现</a:t>
            </a:r>
          </a:p>
        </p:txBody>
      </p:sp>
    </p:spTree>
    <p:extLst>
      <p:ext uri="{BB962C8B-B14F-4D97-AF65-F5344CB8AC3E}">
        <p14:creationId xmlns:p14="http://schemas.microsoft.com/office/powerpoint/2010/main" val="366117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AE0C8-9880-CBD9-D4A1-ABF21A83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DF57A1C-E947-7564-EE92-902FFBA0D37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2393" y="1717675"/>
            <a:ext cx="8556169" cy="4826248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功耗评估问题</a:t>
            </a:r>
            <a:r>
              <a:rPr lang="zh-CN" altLang="en-US" dirty="0"/>
              <a:t>：目前没有合理的功耗评估方案，包括对单逻辑门的功耗评估，</a:t>
            </a:r>
            <a:r>
              <a:rPr lang="en-US" altLang="zh-CN" dirty="0"/>
              <a:t>FGATE</a:t>
            </a:r>
            <a:r>
              <a:rPr lang="zh-CN" altLang="en-US" dirty="0"/>
              <a:t>逻辑门的功耗评估以及使能延迟链的功耗评估</a:t>
            </a:r>
            <a:endParaRPr lang="en-US" altLang="zh-CN" dirty="0"/>
          </a:p>
          <a:p>
            <a:pPr lvl="1"/>
            <a:r>
              <a:rPr lang="zh-CN" altLang="en-US" dirty="0"/>
              <a:t>如何做到接近</a:t>
            </a:r>
            <a:r>
              <a:rPr lang="en-US" altLang="zh-CN" dirty="0"/>
              <a:t>EDA</a:t>
            </a:r>
            <a:r>
              <a:rPr lang="zh-CN" altLang="en-US" dirty="0"/>
              <a:t>工具的评估结果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时序评估问题</a:t>
            </a:r>
            <a:r>
              <a:rPr lang="zh-CN" altLang="en-US" dirty="0"/>
              <a:t>：网络中每个逻辑门的时序分析数值没有合适的评估方法</a:t>
            </a:r>
            <a:endParaRPr lang="en-US" altLang="zh-CN" dirty="0"/>
          </a:p>
          <a:p>
            <a:pPr lvl="1"/>
            <a:r>
              <a:rPr lang="zh-CN" altLang="en-US" dirty="0"/>
              <a:t>需要做到接近</a:t>
            </a:r>
            <a:r>
              <a:rPr lang="en-US" altLang="zh-CN" dirty="0"/>
              <a:t>DC</a:t>
            </a:r>
            <a:r>
              <a:rPr lang="zh-CN" altLang="en-US" dirty="0"/>
              <a:t>的时序分析结果，用以确定</a:t>
            </a:r>
            <a:r>
              <a:rPr lang="en-US" altLang="zh-CN" dirty="0"/>
              <a:t>FGATE</a:t>
            </a:r>
            <a:r>
              <a:rPr lang="zh-CN" altLang="en-US" dirty="0"/>
              <a:t>的使能信号延迟和毛刺产生分析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FGATE</a:t>
            </a:r>
            <a:r>
              <a:rPr lang="zh-CN" altLang="en-US" dirty="0">
                <a:solidFill>
                  <a:srgbClr val="FF0000"/>
                </a:solidFill>
              </a:rPr>
              <a:t>逻辑门设计问题</a:t>
            </a:r>
            <a:r>
              <a:rPr lang="zh-CN" altLang="en-US" dirty="0"/>
              <a:t>：当前没有多种逻辑门</a:t>
            </a:r>
            <a:r>
              <a:rPr lang="en-US" altLang="zh-CN" dirty="0"/>
              <a:t>(XOR2, XOR3, XOR4</a:t>
            </a:r>
            <a:r>
              <a:rPr lang="zh-CN" altLang="en-US" dirty="0"/>
              <a:t>等</a:t>
            </a:r>
            <a:r>
              <a:rPr lang="en-US" altLang="zh-CN" dirty="0"/>
              <a:t>)</a:t>
            </a:r>
            <a:r>
              <a:rPr lang="zh-CN" altLang="en-US" dirty="0"/>
              <a:t>对应的</a:t>
            </a:r>
            <a:r>
              <a:rPr lang="en-US" altLang="zh-CN" dirty="0"/>
              <a:t>FGATE</a:t>
            </a:r>
            <a:r>
              <a:rPr lang="zh-CN" altLang="en-US" dirty="0"/>
              <a:t>逻辑门设计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替换</a:t>
            </a:r>
            <a:r>
              <a:rPr lang="en-US" altLang="zh-CN" dirty="0">
                <a:solidFill>
                  <a:srgbClr val="FF0000"/>
                </a:solidFill>
              </a:rPr>
              <a:t>FGATE</a:t>
            </a:r>
            <a:r>
              <a:rPr lang="zh-CN" altLang="en-US" dirty="0">
                <a:solidFill>
                  <a:srgbClr val="FF0000"/>
                </a:solidFill>
              </a:rPr>
              <a:t>后电路的功耗分析问题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加入自主设计的</a:t>
            </a:r>
            <a:r>
              <a:rPr lang="en-US" altLang="zh-CN" dirty="0"/>
              <a:t>FGATE</a:t>
            </a:r>
            <a:r>
              <a:rPr lang="zh-CN" altLang="en-US" dirty="0"/>
              <a:t>单元后，电路如何进行合理的功耗评估</a:t>
            </a:r>
            <a:endParaRPr lang="en-US" altLang="zh-CN" dirty="0"/>
          </a:p>
          <a:p>
            <a:pPr lvl="1"/>
            <a:r>
              <a:rPr lang="zh-CN" altLang="en-US" dirty="0"/>
              <a:t>目前采用的插入与门的方法并不符合</a:t>
            </a:r>
            <a:r>
              <a:rPr lang="en-US" altLang="zh-CN" dirty="0"/>
              <a:t>FGATE</a:t>
            </a:r>
            <a:r>
              <a:rPr lang="zh-CN" altLang="en-US" dirty="0"/>
              <a:t>的优化思路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4CF0821-95AB-A25A-8E94-FB2948B7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优化算法问题</a:t>
            </a:r>
          </a:p>
        </p:txBody>
      </p:sp>
    </p:spTree>
    <p:extLst>
      <p:ext uri="{BB962C8B-B14F-4D97-AF65-F5344CB8AC3E}">
        <p14:creationId xmlns:p14="http://schemas.microsoft.com/office/powerpoint/2010/main" val="426419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7E94-33D8-631D-F94F-4A237E04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4FC6C4F-D064-8337-D335-DD0EA9217B5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62393" y="1717675"/>
                <a:ext cx="8556169" cy="482624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乘法器内标准逻辑门的无毛刺翻转率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约为</a:t>
                </a:r>
                <a:r>
                  <a:rPr lang="en-US" altLang="zh-CN" dirty="0"/>
                  <a:t>0.5</a:t>
                </a:r>
              </a:p>
              <a:p>
                <a:r>
                  <a:rPr lang="zh-CN" altLang="en-US" dirty="0"/>
                  <a:t>乘法器内逻辑门的毛刺翻转率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CN" altLang="en-US" dirty="0"/>
                  <a:t>为总翻转率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减去无毛刺翻转率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r>
                  <a:rPr lang="zh-CN" altLang="en-US" dirty="0"/>
                  <a:t>乘法器共计</a:t>
                </a:r>
                <a:r>
                  <a:rPr lang="en-US" altLang="zh-CN" dirty="0"/>
                  <a:t>10058</a:t>
                </a:r>
                <a:r>
                  <a:rPr lang="zh-CN" altLang="en-US" dirty="0"/>
                  <a:t>个逻辑门，其中：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无毛刺翻转率总和为</a:t>
                </a:r>
                <a:r>
                  <a:rPr lang="en-US" altLang="zh-CN" dirty="0"/>
                  <a:t>4419.99</a:t>
                </a:r>
              </a:p>
              <a:p>
                <a:pPr lvl="1"/>
                <a:r>
                  <a:rPr lang="zh-CN" altLang="en-US" b="0" dirty="0"/>
                  <a:t>毛刺翻转率总和为</a:t>
                </a:r>
                <a:r>
                  <a:rPr lang="en-US" altLang="zh-CN" b="0" dirty="0"/>
                  <a:t>1461.42</a:t>
                </a:r>
                <a:r>
                  <a:rPr lang="zh-CN" altLang="en-US" b="0" dirty="0"/>
                  <a:t>，占无毛刺翻转的</a:t>
                </a:r>
                <a:r>
                  <a:rPr lang="en-US" altLang="zh-CN" b="1" dirty="0"/>
                  <a:t>33%</a:t>
                </a:r>
              </a:p>
              <a:p>
                <a:r>
                  <a:rPr lang="zh-CN" altLang="en-US" b="0" dirty="0"/>
                  <a:t>逻辑门毛刺翻转率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CN" altLang="en-US" dirty="0"/>
                  <a:t>大于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的逻辑门共计 </a:t>
                </a:r>
                <a:r>
                  <a:rPr lang="en-US" altLang="zh-CN" b="1" dirty="0"/>
                  <a:t>482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个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该部分逻辑门毛刺翻转率总和为</a:t>
                </a:r>
                <a:r>
                  <a:rPr lang="en-US" altLang="zh-CN" dirty="0"/>
                  <a:t>702.70</a:t>
                </a:r>
                <a:r>
                  <a:rPr lang="zh-CN" altLang="en-US" dirty="0"/>
                  <a:t>，占乘法器毛刺翻转率总和的</a:t>
                </a:r>
                <a:r>
                  <a:rPr lang="en-US" altLang="zh-CN" b="1" dirty="0"/>
                  <a:t>48%</a:t>
                </a:r>
              </a:p>
              <a:p>
                <a:pPr lvl="1"/>
                <a:r>
                  <a:rPr lang="zh-CN" altLang="en-US" b="1" dirty="0"/>
                  <a:t>其中，有</a:t>
                </a:r>
                <a:r>
                  <a:rPr lang="en-US" altLang="zh-CN" b="1" dirty="0"/>
                  <a:t>135</a:t>
                </a:r>
                <a:r>
                  <a:rPr lang="zh-CN" altLang="en-US" b="1" dirty="0"/>
                  <a:t>个逻辑门输入信号全部来自于这部分逻辑门</a:t>
                </a:r>
                <a:endParaRPr lang="en-US" altLang="zh-CN" b="1" dirty="0"/>
              </a:p>
              <a:p>
                <a:pPr lvl="2"/>
                <a:r>
                  <a:rPr lang="zh-CN" altLang="en-US" b="1" dirty="0"/>
                  <a:t>可能通过调整扇入逻辑门的使能信号延迟或插入缓冲器，优化这部分逻辑门的毛刺，降低</a:t>
                </a:r>
                <a:r>
                  <a:rPr lang="en-US" altLang="zh-CN" b="1" dirty="0"/>
                  <a:t>FGATE</a:t>
                </a:r>
                <a:r>
                  <a:rPr lang="zh-CN" altLang="en-US" b="1" dirty="0"/>
                  <a:t>替换数量，降低功耗耗损</a:t>
                </a:r>
                <a:endParaRPr lang="en-US" altLang="zh-CN" b="1" dirty="0"/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4FC6C4F-D064-8337-D335-DD0EA9217B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62393" y="1717675"/>
                <a:ext cx="8556169" cy="4826248"/>
              </a:xfrm>
              <a:blipFill>
                <a:blip r:embed="rId2"/>
                <a:stretch>
                  <a:fillRect l="-783" t="-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D37D045D-B815-68D3-819E-92E6ECD7F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乘法器毛刺情况</a:t>
            </a:r>
          </a:p>
        </p:txBody>
      </p:sp>
    </p:spTree>
    <p:extLst>
      <p:ext uri="{BB962C8B-B14F-4D97-AF65-F5344CB8AC3E}">
        <p14:creationId xmlns:p14="http://schemas.microsoft.com/office/powerpoint/2010/main" val="3211214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1362973645"/>
      </p:ext>
    </p:extLst>
  </p:cSld>
  <p:clrMapOvr>
    <a:masterClrMapping/>
  </p:clrMapOvr>
</p:sld>
</file>

<file path=ppt/theme/theme1.xml><?xml version="1.0" encoding="utf-8"?>
<a:theme xmlns:a="http://schemas.openxmlformats.org/drawingml/2006/main" name="2016-VI主题-蓝">
  <a:themeElements>
    <a:clrScheme name="VI蓝色版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338D27"/>
      </a:accent3>
      <a:accent4>
        <a:srgbClr val="00514E"/>
      </a:accent4>
      <a:accent5>
        <a:srgbClr val="FDD000"/>
      </a:accent5>
      <a:accent6>
        <a:srgbClr val="F08300"/>
      </a:accent6>
      <a:hlink>
        <a:srgbClr val="B5B5B6"/>
      </a:hlink>
      <a:folHlink>
        <a:srgbClr val="BD9F68"/>
      </a:folHlink>
    </a:clrScheme>
    <a:fontScheme name="自定义 7">
      <a:majorFont>
        <a:latin typeface="等线"/>
        <a:ea typeface="等线"/>
        <a:cs typeface=""/>
      </a:majorFont>
      <a:minorFont>
        <a:latin typeface="等线 Light"/>
        <a:ea typeface="等线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16-VI主题-蓝" id="{1B918C6D-2D61-4306-88BA-3CA31BAAF13F}" vid="{A734D909-B61D-48C4-8B37-4CE49734400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2016-VI主题-蓝</Template>
  <TotalTime>1559</TotalTime>
  <Words>767</Words>
  <Application>Microsoft Office PowerPoint</Application>
  <PresentationFormat>全屏显示(4:3)</PresentationFormat>
  <Paragraphs>70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等线 Light</vt:lpstr>
      <vt:lpstr>微软雅黑</vt:lpstr>
      <vt:lpstr>Arial</vt:lpstr>
      <vt:lpstr>Calibri</vt:lpstr>
      <vt:lpstr>Cambria Math</vt:lpstr>
      <vt:lpstr>Wingdings</vt:lpstr>
      <vt:lpstr>2016-VI主题-蓝</vt:lpstr>
      <vt:lpstr>FGATE设计</vt:lpstr>
      <vt:lpstr>毛刺优化算法——FGATE</vt:lpstr>
      <vt:lpstr>毛刺优化算法——FGATE</vt:lpstr>
      <vt:lpstr>使能信号</vt:lpstr>
      <vt:lpstr>优化算法实现</vt:lpstr>
      <vt:lpstr>优化算法实现</vt:lpstr>
      <vt:lpstr>优化算法问题</vt:lpstr>
      <vt:lpstr>乘法器毛刺情况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沈小丹</dc:creator>
  <cp:lastModifiedBy>宇鑫 陈</cp:lastModifiedBy>
  <cp:revision>49</cp:revision>
  <dcterms:created xsi:type="dcterms:W3CDTF">2016-04-20T02:59:17Z</dcterms:created>
  <dcterms:modified xsi:type="dcterms:W3CDTF">2025-09-13T02:23:00Z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2025-09-09T02:28:33Z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ecf2e1ee-389b-4663-a45c-799b4d57de53</vt:lpwstr>
  </property>
  <property fmtid="{D5CDD505-2E9C-101B-9397-08002B2CF9AE}" pid="7" name="MSIP_Label_defa4170-0d19-0005-0004-bc88714345d2_ActionId">
    <vt:lpwstr>1f323a07-d926-4edf-9af4-ca17f7f91ac5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